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250" y="0"/>
            <a:ext cx="17255490" cy="10287000"/>
          </a:xfrm>
          <a:custGeom>
            <a:avLst/>
            <a:gdLst/>
            <a:ahLst/>
            <a:cxnLst/>
            <a:rect l="l" t="t" r="r" b="b"/>
            <a:pathLst>
              <a:path w="17255490" h="10287000">
                <a:moveTo>
                  <a:pt x="17255046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7255046" y="0"/>
                </a:lnTo>
                <a:lnTo>
                  <a:pt x="17255046" y="10286999"/>
                </a:lnTo>
                <a:close/>
              </a:path>
            </a:pathLst>
          </a:custGeom>
          <a:solidFill>
            <a:srgbClr val="2361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383030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3428999" y="3428999"/>
                </a:moveTo>
                <a:lnTo>
                  <a:pt x="0" y="3428999"/>
                </a:lnTo>
                <a:lnTo>
                  <a:pt x="0" y="0"/>
                </a:lnTo>
                <a:lnTo>
                  <a:pt x="3428999" y="0"/>
                </a:lnTo>
                <a:lnTo>
                  <a:pt x="3428999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383030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1714499"/>
                </a:moveTo>
                <a:lnTo>
                  <a:pt x="0" y="0"/>
                </a:lnTo>
                <a:lnTo>
                  <a:pt x="1714499" y="0"/>
                </a:lnTo>
                <a:lnTo>
                  <a:pt x="1666510" y="658"/>
                </a:lnTo>
                <a:lnTo>
                  <a:pt x="1618846" y="2623"/>
                </a:lnTo>
                <a:lnTo>
                  <a:pt x="1571526" y="5876"/>
                </a:lnTo>
                <a:lnTo>
                  <a:pt x="1524567" y="10401"/>
                </a:lnTo>
                <a:lnTo>
                  <a:pt x="1477985" y="16180"/>
                </a:lnTo>
                <a:lnTo>
                  <a:pt x="1431798" y="23196"/>
                </a:lnTo>
                <a:lnTo>
                  <a:pt x="1386024" y="31432"/>
                </a:lnTo>
                <a:lnTo>
                  <a:pt x="1340679" y="40872"/>
                </a:lnTo>
                <a:lnTo>
                  <a:pt x="1295780" y="51496"/>
                </a:lnTo>
                <a:lnTo>
                  <a:pt x="1251345" y="63289"/>
                </a:lnTo>
                <a:lnTo>
                  <a:pt x="1207391" y="76233"/>
                </a:lnTo>
                <a:lnTo>
                  <a:pt x="1163935" y="90312"/>
                </a:lnTo>
                <a:lnTo>
                  <a:pt x="1120994" y="105507"/>
                </a:lnTo>
                <a:lnTo>
                  <a:pt x="1078586" y="121801"/>
                </a:lnTo>
                <a:lnTo>
                  <a:pt x="1036727" y="139178"/>
                </a:lnTo>
                <a:lnTo>
                  <a:pt x="995435" y="157621"/>
                </a:lnTo>
                <a:lnTo>
                  <a:pt x="954727" y="177111"/>
                </a:lnTo>
                <a:lnTo>
                  <a:pt x="914621" y="197633"/>
                </a:lnTo>
                <a:lnTo>
                  <a:pt x="875132" y="219168"/>
                </a:lnTo>
                <a:lnTo>
                  <a:pt x="836280" y="241699"/>
                </a:lnTo>
                <a:lnTo>
                  <a:pt x="798080" y="265210"/>
                </a:lnTo>
                <a:lnTo>
                  <a:pt x="760550" y="289684"/>
                </a:lnTo>
                <a:lnTo>
                  <a:pt x="723707" y="315102"/>
                </a:lnTo>
                <a:lnTo>
                  <a:pt x="687569" y="341447"/>
                </a:lnTo>
                <a:lnTo>
                  <a:pt x="652152" y="368704"/>
                </a:lnTo>
                <a:lnTo>
                  <a:pt x="617474" y="396854"/>
                </a:lnTo>
                <a:lnTo>
                  <a:pt x="583551" y="425880"/>
                </a:lnTo>
                <a:lnTo>
                  <a:pt x="550402" y="455765"/>
                </a:lnTo>
                <a:lnTo>
                  <a:pt x="518043" y="486492"/>
                </a:lnTo>
                <a:lnTo>
                  <a:pt x="486492" y="518043"/>
                </a:lnTo>
                <a:lnTo>
                  <a:pt x="455765" y="550402"/>
                </a:lnTo>
                <a:lnTo>
                  <a:pt x="425880" y="583551"/>
                </a:lnTo>
                <a:lnTo>
                  <a:pt x="396854" y="617474"/>
                </a:lnTo>
                <a:lnTo>
                  <a:pt x="368704" y="652152"/>
                </a:lnTo>
                <a:lnTo>
                  <a:pt x="341447" y="687569"/>
                </a:lnTo>
                <a:lnTo>
                  <a:pt x="315102" y="723707"/>
                </a:lnTo>
                <a:lnTo>
                  <a:pt x="289684" y="760550"/>
                </a:lnTo>
                <a:lnTo>
                  <a:pt x="265210" y="798080"/>
                </a:lnTo>
                <a:lnTo>
                  <a:pt x="241699" y="836280"/>
                </a:lnTo>
                <a:lnTo>
                  <a:pt x="219168" y="875132"/>
                </a:lnTo>
                <a:lnTo>
                  <a:pt x="197633" y="914621"/>
                </a:lnTo>
                <a:lnTo>
                  <a:pt x="177111" y="954727"/>
                </a:lnTo>
                <a:lnTo>
                  <a:pt x="157621" y="995435"/>
                </a:lnTo>
                <a:lnTo>
                  <a:pt x="139178" y="1036727"/>
                </a:lnTo>
                <a:lnTo>
                  <a:pt x="121801" y="1078586"/>
                </a:lnTo>
                <a:lnTo>
                  <a:pt x="105507" y="1120994"/>
                </a:lnTo>
                <a:lnTo>
                  <a:pt x="90312" y="1163935"/>
                </a:lnTo>
                <a:lnTo>
                  <a:pt x="76233" y="1207391"/>
                </a:lnTo>
                <a:lnTo>
                  <a:pt x="63289" y="1251345"/>
                </a:lnTo>
                <a:lnTo>
                  <a:pt x="51496" y="1295780"/>
                </a:lnTo>
                <a:lnTo>
                  <a:pt x="40872" y="1340679"/>
                </a:lnTo>
                <a:lnTo>
                  <a:pt x="31432" y="1386024"/>
                </a:lnTo>
                <a:lnTo>
                  <a:pt x="23196" y="1431798"/>
                </a:lnTo>
                <a:lnTo>
                  <a:pt x="16180" y="1477985"/>
                </a:lnTo>
                <a:lnTo>
                  <a:pt x="10401" y="1524567"/>
                </a:lnTo>
                <a:lnTo>
                  <a:pt x="5876" y="1571526"/>
                </a:lnTo>
                <a:lnTo>
                  <a:pt x="2623" y="1618846"/>
                </a:lnTo>
                <a:lnTo>
                  <a:pt x="658" y="1666510"/>
                </a:lnTo>
                <a:lnTo>
                  <a:pt x="0" y="1714499"/>
                </a:lnTo>
                <a:close/>
              </a:path>
              <a:path w="3429000" h="3429000">
                <a:moveTo>
                  <a:pt x="1714499" y="1714499"/>
                </a:moveTo>
                <a:lnTo>
                  <a:pt x="1714499" y="0"/>
                </a:lnTo>
                <a:lnTo>
                  <a:pt x="3428999" y="0"/>
                </a:lnTo>
                <a:lnTo>
                  <a:pt x="3381010" y="658"/>
                </a:lnTo>
                <a:lnTo>
                  <a:pt x="3333346" y="2623"/>
                </a:lnTo>
                <a:lnTo>
                  <a:pt x="3286026" y="5876"/>
                </a:lnTo>
                <a:lnTo>
                  <a:pt x="3239067" y="10401"/>
                </a:lnTo>
                <a:lnTo>
                  <a:pt x="3192485" y="16180"/>
                </a:lnTo>
                <a:lnTo>
                  <a:pt x="3146298" y="23196"/>
                </a:lnTo>
                <a:lnTo>
                  <a:pt x="3100524" y="31432"/>
                </a:lnTo>
                <a:lnTo>
                  <a:pt x="3055178" y="40872"/>
                </a:lnTo>
                <a:lnTo>
                  <a:pt x="3010280" y="51496"/>
                </a:lnTo>
                <a:lnTo>
                  <a:pt x="2965845" y="63289"/>
                </a:lnTo>
                <a:lnTo>
                  <a:pt x="2921891" y="76233"/>
                </a:lnTo>
                <a:lnTo>
                  <a:pt x="2878435" y="90312"/>
                </a:lnTo>
                <a:lnTo>
                  <a:pt x="2835494" y="105507"/>
                </a:lnTo>
                <a:lnTo>
                  <a:pt x="2793085" y="121801"/>
                </a:lnTo>
                <a:lnTo>
                  <a:pt x="2751227" y="139178"/>
                </a:lnTo>
                <a:lnTo>
                  <a:pt x="2709935" y="157621"/>
                </a:lnTo>
                <a:lnTo>
                  <a:pt x="2669227" y="177111"/>
                </a:lnTo>
                <a:lnTo>
                  <a:pt x="2629120" y="197633"/>
                </a:lnTo>
                <a:lnTo>
                  <a:pt x="2589632" y="219168"/>
                </a:lnTo>
                <a:lnTo>
                  <a:pt x="2550780" y="241699"/>
                </a:lnTo>
                <a:lnTo>
                  <a:pt x="2512580" y="265210"/>
                </a:lnTo>
                <a:lnTo>
                  <a:pt x="2475050" y="289684"/>
                </a:lnTo>
                <a:lnTo>
                  <a:pt x="2438207" y="315102"/>
                </a:lnTo>
                <a:lnTo>
                  <a:pt x="2402069" y="341447"/>
                </a:lnTo>
                <a:lnTo>
                  <a:pt x="2366652" y="368704"/>
                </a:lnTo>
                <a:lnTo>
                  <a:pt x="2331973" y="396854"/>
                </a:lnTo>
                <a:lnTo>
                  <a:pt x="2298051" y="425880"/>
                </a:lnTo>
                <a:lnTo>
                  <a:pt x="2264902" y="455765"/>
                </a:lnTo>
                <a:lnTo>
                  <a:pt x="2232543" y="486492"/>
                </a:lnTo>
                <a:lnTo>
                  <a:pt x="2200991" y="518043"/>
                </a:lnTo>
                <a:lnTo>
                  <a:pt x="2170265" y="550402"/>
                </a:lnTo>
                <a:lnTo>
                  <a:pt x="2140380" y="583551"/>
                </a:lnTo>
                <a:lnTo>
                  <a:pt x="2111353" y="617474"/>
                </a:lnTo>
                <a:lnTo>
                  <a:pt x="2083204" y="652152"/>
                </a:lnTo>
                <a:lnTo>
                  <a:pt x="2055947" y="687569"/>
                </a:lnTo>
                <a:lnTo>
                  <a:pt x="2029601" y="723707"/>
                </a:lnTo>
                <a:lnTo>
                  <a:pt x="2004183" y="760550"/>
                </a:lnTo>
                <a:lnTo>
                  <a:pt x="1979710" y="798080"/>
                </a:lnTo>
                <a:lnTo>
                  <a:pt x="1956199" y="836280"/>
                </a:lnTo>
                <a:lnTo>
                  <a:pt x="1933668" y="875132"/>
                </a:lnTo>
                <a:lnTo>
                  <a:pt x="1912133" y="914621"/>
                </a:lnTo>
                <a:lnTo>
                  <a:pt x="1891611" y="954727"/>
                </a:lnTo>
                <a:lnTo>
                  <a:pt x="1872121" y="995435"/>
                </a:lnTo>
                <a:lnTo>
                  <a:pt x="1853678" y="1036727"/>
                </a:lnTo>
                <a:lnTo>
                  <a:pt x="1836301" y="1078586"/>
                </a:lnTo>
                <a:lnTo>
                  <a:pt x="1820006" y="1120994"/>
                </a:lnTo>
                <a:lnTo>
                  <a:pt x="1804811" y="1163935"/>
                </a:lnTo>
                <a:lnTo>
                  <a:pt x="1790733" y="1207391"/>
                </a:lnTo>
                <a:lnTo>
                  <a:pt x="1777789" y="1251345"/>
                </a:lnTo>
                <a:lnTo>
                  <a:pt x="1765996" y="1295780"/>
                </a:lnTo>
                <a:lnTo>
                  <a:pt x="1755371" y="1340679"/>
                </a:lnTo>
                <a:lnTo>
                  <a:pt x="1745932" y="1386024"/>
                </a:lnTo>
                <a:lnTo>
                  <a:pt x="1737696" y="1431798"/>
                </a:lnTo>
                <a:lnTo>
                  <a:pt x="1730680" y="1477985"/>
                </a:lnTo>
                <a:lnTo>
                  <a:pt x="1724901" y="1524567"/>
                </a:lnTo>
                <a:lnTo>
                  <a:pt x="1720376" y="1571526"/>
                </a:lnTo>
                <a:lnTo>
                  <a:pt x="1717123" y="1618846"/>
                </a:lnTo>
                <a:lnTo>
                  <a:pt x="1715158" y="1666510"/>
                </a:lnTo>
                <a:lnTo>
                  <a:pt x="1714499" y="1714499"/>
                </a:lnTo>
                <a:close/>
              </a:path>
              <a:path w="3429000" h="3429000">
                <a:moveTo>
                  <a:pt x="0" y="3428999"/>
                </a:moveTo>
                <a:lnTo>
                  <a:pt x="0" y="1714499"/>
                </a:lnTo>
                <a:lnTo>
                  <a:pt x="1714499" y="1714499"/>
                </a:lnTo>
                <a:lnTo>
                  <a:pt x="1666510" y="1715158"/>
                </a:lnTo>
                <a:lnTo>
                  <a:pt x="1618846" y="1717123"/>
                </a:lnTo>
                <a:lnTo>
                  <a:pt x="1571526" y="1720376"/>
                </a:lnTo>
                <a:lnTo>
                  <a:pt x="1524567" y="1724901"/>
                </a:lnTo>
                <a:lnTo>
                  <a:pt x="1477985" y="1730680"/>
                </a:lnTo>
                <a:lnTo>
                  <a:pt x="1431798" y="1737696"/>
                </a:lnTo>
                <a:lnTo>
                  <a:pt x="1386024" y="1745932"/>
                </a:lnTo>
                <a:lnTo>
                  <a:pt x="1340679" y="1755371"/>
                </a:lnTo>
                <a:lnTo>
                  <a:pt x="1295780" y="1765996"/>
                </a:lnTo>
                <a:lnTo>
                  <a:pt x="1251345" y="1777789"/>
                </a:lnTo>
                <a:lnTo>
                  <a:pt x="1207391" y="1790733"/>
                </a:lnTo>
                <a:lnTo>
                  <a:pt x="1163935" y="1804811"/>
                </a:lnTo>
                <a:lnTo>
                  <a:pt x="1120994" y="1820006"/>
                </a:lnTo>
                <a:lnTo>
                  <a:pt x="1078586" y="1836301"/>
                </a:lnTo>
                <a:lnTo>
                  <a:pt x="1036727" y="1853678"/>
                </a:lnTo>
                <a:lnTo>
                  <a:pt x="995435" y="1872121"/>
                </a:lnTo>
                <a:lnTo>
                  <a:pt x="954727" y="1891611"/>
                </a:lnTo>
                <a:lnTo>
                  <a:pt x="914621" y="1912133"/>
                </a:lnTo>
                <a:lnTo>
                  <a:pt x="875132" y="1933668"/>
                </a:lnTo>
                <a:lnTo>
                  <a:pt x="836280" y="1956199"/>
                </a:lnTo>
                <a:lnTo>
                  <a:pt x="798080" y="1979710"/>
                </a:lnTo>
                <a:lnTo>
                  <a:pt x="760550" y="2004183"/>
                </a:lnTo>
                <a:lnTo>
                  <a:pt x="723707" y="2029601"/>
                </a:lnTo>
                <a:lnTo>
                  <a:pt x="687569" y="2055947"/>
                </a:lnTo>
                <a:lnTo>
                  <a:pt x="652152" y="2083204"/>
                </a:lnTo>
                <a:lnTo>
                  <a:pt x="617474" y="2111353"/>
                </a:lnTo>
                <a:lnTo>
                  <a:pt x="583551" y="2140380"/>
                </a:lnTo>
                <a:lnTo>
                  <a:pt x="550402" y="2170265"/>
                </a:lnTo>
                <a:lnTo>
                  <a:pt x="518043" y="2200991"/>
                </a:lnTo>
                <a:lnTo>
                  <a:pt x="486492" y="2232543"/>
                </a:lnTo>
                <a:lnTo>
                  <a:pt x="455765" y="2264902"/>
                </a:lnTo>
                <a:lnTo>
                  <a:pt x="425880" y="2298051"/>
                </a:lnTo>
                <a:lnTo>
                  <a:pt x="396854" y="2331973"/>
                </a:lnTo>
                <a:lnTo>
                  <a:pt x="368704" y="2366652"/>
                </a:lnTo>
                <a:lnTo>
                  <a:pt x="341447" y="2402069"/>
                </a:lnTo>
                <a:lnTo>
                  <a:pt x="315102" y="2438207"/>
                </a:lnTo>
                <a:lnTo>
                  <a:pt x="289684" y="2475050"/>
                </a:lnTo>
                <a:lnTo>
                  <a:pt x="265210" y="2512580"/>
                </a:lnTo>
                <a:lnTo>
                  <a:pt x="241699" y="2550780"/>
                </a:lnTo>
                <a:lnTo>
                  <a:pt x="219168" y="2589632"/>
                </a:lnTo>
                <a:lnTo>
                  <a:pt x="197633" y="2629120"/>
                </a:lnTo>
                <a:lnTo>
                  <a:pt x="177111" y="2669227"/>
                </a:lnTo>
                <a:lnTo>
                  <a:pt x="157621" y="2709935"/>
                </a:lnTo>
                <a:lnTo>
                  <a:pt x="139178" y="2751227"/>
                </a:lnTo>
                <a:lnTo>
                  <a:pt x="121801" y="2793085"/>
                </a:lnTo>
                <a:lnTo>
                  <a:pt x="105507" y="2835494"/>
                </a:lnTo>
                <a:lnTo>
                  <a:pt x="90312" y="2878435"/>
                </a:lnTo>
                <a:lnTo>
                  <a:pt x="76233" y="2921891"/>
                </a:lnTo>
                <a:lnTo>
                  <a:pt x="63289" y="2965845"/>
                </a:lnTo>
                <a:lnTo>
                  <a:pt x="51496" y="3010280"/>
                </a:lnTo>
                <a:lnTo>
                  <a:pt x="40872" y="3055178"/>
                </a:lnTo>
                <a:lnTo>
                  <a:pt x="31432" y="3100524"/>
                </a:lnTo>
                <a:lnTo>
                  <a:pt x="23196" y="3146298"/>
                </a:lnTo>
                <a:lnTo>
                  <a:pt x="16180" y="3192485"/>
                </a:lnTo>
                <a:lnTo>
                  <a:pt x="10401" y="3239067"/>
                </a:lnTo>
                <a:lnTo>
                  <a:pt x="5876" y="3286026"/>
                </a:lnTo>
                <a:lnTo>
                  <a:pt x="2623" y="3333346"/>
                </a:lnTo>
                <a:lnTo>
                  <a:pt x="658" y="3381010"/>
                </a:lnTo>
                <a:lnTo>
                  <a:pt x="0" y="342899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1714499" y="1714499"/>
                </a:lnTo>
                <a:lnTo>
                  <a:pt x="3428999" y="1714499"/>
                </a:lnTo>
                <a:lnTo>
                  <a:pt x="3381010" y="1715158"/>
                </a:lnTo>
                <a:lnTo>
                  <a:pt x="3333346" y="1717123"/>
                </a:lnTo>
                <a:lnTo>
                  <a:pt x="3286026" y="1720376"/>
                </a:lnTo>
                <a:lnTo>
                  <a:pt x="3239067" y="1724901"/>
                </a:lnTo>
                <a:lnTo>
                  <a:pt x="3192485" y="1730680"/>
                </a:lnTo>
                <a:lnTo>
                  <a:pt x="3146298" y="1737696"/>
                </a:lnTo>
                <a:lnTo>
                  <a:pt x="3100524" y="1745932"/>
                </a:lnTo>
                <a:lnTo>
                  <a:pt x="3055178" y="1755371"/>
                </a:lnTo>
                <a:lnTo>
                  <a:pt x="3010280" y="1765996"/>
                </a:lnTo>
                <a:lnTo>
                  <a:pt x="2965845" y="1777789"/>
                </a:lnTo>
                <a:lnTo>
                  <a:pt x="2921891" y="1790733"/>
                </a:lnTo>
                <a:lnTo>
                  <a:pt x="2878435" y="1804811"/>
                </a:lnTo>
                <a:lnTo>
                  <a:pt x="2835494" y="1820006"/>
                </a:lnTo>
                <a:lnTo>
                  <a:pt x="2793085" y="1836301"/>
                </a:lnTo>
                <a:lnTo>
                  <a:pt x="2751227" y="1853678"/>
                </a:lnTo>
                <a:lnTo>
                  <a:pt x="2709935" y="1872121"/>
                </a:lnTo>
                <a:lnTo>
                  <a:pt x="2669227" y="1891611"/>
                </a:lnTo>
                <a:lnTo>
                  <a:pt x="2629120" y="1912133"/>
                </a:lnTo>
                <a:lnTo>
                  <a:pt x="2589632" y="1933668"/>
                </a:lnTo>
                <a:lnTo>
                  <a:pt x="2550780" y="1956199"/>
                </a:lnTo>
                <a:lnTo>
                  <a:pt x="2512580" y="1979710"/>
                </a:lnTo>
                <a:lnTo>
                  <a:pt x="2475050" y="2004183"/>
                </a:lnTo>
                <a:lnTo>
                  <a:pt x="2438207" y="2029601"/>
                </a:lnTo>
                <a:lnTo>
                  <a:pt x="2402069" y="2055947"/>
                </a:lnTo>
                <a:lnTo>
                  <a:pt x="2366652" y="2083204"/>
                </a:lnTo>
                <a:lnTo>
                  <a:pt x="2331973" y="2111353"/>
                </a:lnTo>
                <a:lnTo>
                  <a:pt x="2298051" y="2140380"/>
                </a:lnTo>
                <a:lnTo>
                  <a:pt x="2264902" y="2170265"/>
                </a:lnTo>
                <a:lnTo>
                  <a:pt x="2232543" y="2200991"/>
                </a:lnTo>
                <a:lnTo>
                  <a:pt x="2200991" y="2232543"/>
                </a:lnTo>
                <a:lnTo>
                  <a:pt x="2170265" y="2264902"/>
                </a:lnTo>
                <a:lnTo>
                  <a:pt x="2140380" y="2298051"/>
                </a:lnTo>
                <a:lnTo>
                  <a:pt x="2111353" y="2331973"/>
                </a:lnTo>
                <a:lnTo>
                  <a:pt x="2083204" y="2366652"/>
                </a:lnTo>
                <a:lnTo>
                  <a:pt x="2055947" y="2402069"/>
                </a:lnTo>
                <a:lnTo>
                  <a:pt x="2029601" y="2438207"/>
                </a:lnTo>
                <a:lnTo>
                  <a:pt x="2004183" y="2475050"/>
                </a:lnTo>
                <a:lnTo>
                  <a:pt x="1979710" y="2512580"/>
                </a:lnTo>
                <a:lnTo>
                  <a:pt x="1956199" y="2550780"/>
                </a:lnTo>
                <a:lnTo>
                  <a:pt x="1933668" y="2589632"/>
                </a:lnTo>
                <a:lnTo>
                  <a:pt x="1912133" y="2629120"/>
                </a:lnTo>
                <a:lnTo>
                  <a:pt x="1891611" y="2669227"/>
                </a:lnTo>
                <a:lnTo>
                  <a:pt x="1872121" y="2709935"/>
                </a:lnTo>
                <a:lnTo>
                  <a:pt x="1853678" y="2751227"/>
                </a:lnTo>
                <a:lnTo>
                  <a:pt x="1836301" y="2793085"/>
                </a:lnTo>
                <a:lnTo>
                  <a:pt x="1820006" y="2835494"/>
                </a:lnTo>
                <a:lnTo>
                  <a:pt x="1804811" y="2878435"/>
                </a:lnTo>
                <a:lnTo>
                  <a:pt x="1790733" y="2921891"/>
                </a:lnTo>
                <a:lnTo>
                  <a:pt x="1777789" y="2965845"/>
                </a:lnTo>
                <a:lnTo>
                  <a:pt x="1765996" y="3010280"/>
                </a:lnTo>
                <a:lnTo>
                  <a:pt x="1755371" y="3055178"/>
                </a:lnTo>
                <a:lnTo>
                  <a:pt x="1745932" y="3100524"/>
                </a:lnTo>
                <a:lnTo>
                  <a:pt x="1737696" y="3146298"/>
                </a:lnTo>
                <a:lnTo>
                  <a:pt x="1730680" y="3192485"/>
                </a:lnTo>
                <a:lnTo>
                  <a:pt x="1724901" y="3239067"/>
                </a:lnTo>
                <a:lnTo>
                  <a:pt x="1720376" y="3286026"/>
                </a:lnTo>
                <a:lnTo>
                  <a:pt x="1717123" y="3333346"/>
                </a:lnTo>
                <a:lnTo>
                  <a:pt x="1715158" y="3381010"/>
                </a:lnTo>
                <a:lnTo>
                  <a:pt x="1714499" y="3428999"/>
                </a:lnTo>
                <a:close/>
              </a:path>
            </a:pathLst>
          </a:custGeom>
          <a:solidFill>
            <a:srgbClr val="F1CB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383030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1714499"/>
                </a:moveTo>
                <a:lnTo>
                  <a:pt x="658" y="1666510"/>
                </a:lnTo>
                <a:lnTo>
                  <a:pt x="2623" y="1618846"/>
                </a:lnTo>
                <a:lnTo>
                  <a:pt x="5876" y="1571526"/>
                </a:lnTo>
                <a:lnTo>
                  <a:pt x="10401" y="1524567"/>
                </a:lnTo>
                <a:lnTo>
                  <a:pt x="16180" y="1477985"/>
                </a:lnTo>
                <a:lnTo>
                  <a:pt x="23196" y="1431798"/>
                </a:lnTo>
                <a:lnTo>
                  <a:pt x="31432" y="1386024"/>
                </a:lnTo>
                <a:lnTo>
                  <a:pt x="40872" y="1340679"/>
                </a:lnTo>
                <a:lnTo>
                  <a:pt x="51496" y="1295780"/>
                </a:lnTo>
                <a:lnTo>
                  <a:pt x="63289" y="1251345"/>
                </a:lnTo>
                <a:lnTo>
                  <a:pt x="76233" y="1207391"/>
                </a:lnTo>
                <a:lnTo>
                  <a:pt x="90312" y="1163935"/>
                </a:lnTo>
                <a:lnTo>
                  <a:pt x="105507" y="1120994"/>
                </a:lnTo>
                <a:lnTo>
                  <a:pt x="121801" y="1078586"/>
                </a:lnTo>
                <a:lnTo>
                  <a:pt x="139178" y="1036727"/>
                </a:lnTo>
                <a:lnTo>
                  <a:pt x="157621" y="995435"/>
                </a:lnTo>
                <a:lnTo>
                  <a:pt x="177111" y="954727"/>
                </a:lnTo>
                <a:lnTo>
                  <a:pt x="197633" y="914621"/>
                </a:lnTo>
                <a:lnTo>
                  <a:pt x="219168" y="875132"/>
                </a:lnTo>
                <a:lnTo>
                  <a:pt x="241699" y="836280"/>
                </a:lnTo>
                <a:lnTo>
                  <a:pt x="265210" y="798080"/>
                </a:lnTo>
                <a:lnTo>
                  <a:pt x="289684" y="760550"/>
                </a:lnTo>
                <a:lnTo>
                  <a:pt x="315102" y="723707"/>
                </a:lnTo>
                <a:lnTo>
                  <a:pt x="341447" y="687569"/>
                </a:lnTo>
                <a:lnTo>
                  <a:pt x="368704" y="652152"/>
                </a:lnTo>
                <a:lnTo>
                  <a:pt x="396854" y="617474"/>
                </a:lnTo>
                <a:lnTo>
                  <a:pt x="425880" y="583551"/>
                </a:lnTo>
                <a:lnTo>
                  <a:pt x="455765" y="550402"/>
                </a:lnTo>
                <a:lnTo>
                  <a:pt x="486492" y="518043"/>
                </a:lnTo>
                <a:lnTo>
                  <a:pt x="518043" y="486492"/>
                </a:lnTo>
                <a:lnTo>
                  <a:pt x="550402" y="455765"/>
                </a:lnTo>
                <a:lnTo>
                  <a:pt x="583551" y="425880"/>
                </a:lnTo>
                <a:lnTo>
                  <a:pt x="617474" y="396854"/>
                </a:lnTo>
                <a:lnTo>
                  <a:pt x="652152" y="368704"/>
                </a:lnTo>
                <a:lnTo>
                  <a:pt x="687569" y="341447"/>
                </a:lnTo>
                <a:lnTo>
                  <a:pt x="723707" y="315102"/>
                </a:lnTo>
                <a:lnTo>
                  <a:pt x="760550" y="289684"/>
                </a:lnTo>
                <a:lnTo>
                  <a:pt x="798080" y="265210"/>
                </a:lnTo>
                <a:lnTo>
                  <a:pt x="836280" y="241699"/>
                </a:lnTo>
                <a:lnTo>
                  <a:pt x="875132" y="219168"/>
                </a:lnTo>
                <a:lnTo>
                  <a:pt x="914621" y="197633"/>
                </a:lnTo>
                <a:lnTo>
                  <a:pt x="954727" y="177111"/>
                </a:lnTo>
                <a:lnTo>
                  <a:pt x="995435" y="157621"/>
                </a:lnTo>
                <a:lnTo>
                  <a:pt x="1036727" y="139178"/>
                </a:lnTo>
                <a:lnTo>
                  <a:pt x="1078586" y="121801"/>
                </a:lnTo>
                <a:lnTo>
                  <a:pt x="1120994" y="105507"/>
                </a:lnTo>
                <a:lnTo>
                  <a:pt x="1163935" y="90312"/>
                </a:lnTo>
                <a:lnTo>
                  <a:pt x="1207391" y="76233"/>
                </a:lnTo>
                <a:lnTo>
                  <a:pt x="1251345" y="63289"/>
                </a:lnTo>
                <a:lnTo>
                  <a:pt x="1295780" y="51496"/>
                </a:lnTo>
                <a:lnTo>
                  <a:pt x="1340679" y="40872"/>
                </a:lnTo>
                <a:lnTo>
                  <a:pt x="1386024" y="31432"/>
                </a:lnTo>
                <a:lnTo>
                  <a:pt x="1431798" y="23196"/>
                </a:lnTo>
                <a:lnTo>
                  <a:pt x="1477985" y="16180"/>
                </a:lnTo>
                <a:lnTo>
                  <a:pt x="1524567" y="10401"/>
                </a:lnTo>
                <a:lnTo>
                  <a:pt x="1571526" y="5876"/>
                </a:lnTo>
                <a:lnTo>
                  <a:pt x="1618846" y="2623"/>
                </a:lnTo>
                <a:lnTo>
                  <a:pt x="1666510" y="658"/>
                </a:lnTo>
                <a:lnTo>
                  <a:pt x="1714499" y="0"/>
                </a:lnTo>
                <a:lnTo>
                  <a:pt x="0" y="1714499"/>
                </a:lnTo>
                <a:close/>
              </a:path>
              <a:path w="3429000" h="3429000">
                <a:moveTo>
                  <a:pt x="1714499" y="1714499"/>
                </a:moveTo>
                <a:lnTo>
                  <a:pt x="1715158" y="1666510"/>
                </a:lnTo>
                <a:lnTo>
                  <a:pt x="1717123" y="1618846"/>
                </a:lnTo>
                <a:lnTo>
                  <a:pt x="1720376" y="1571526"/>
                </a:lnTo>
                <a:lnTo>
                  <a:pt x="1724901" y="1524567"/>
                </a:lnTo>
                <a:lnTo>
                  <a:pt x="1730680" y="1477985"/>
                </a:lnTo>
                <a:lnTo>
                  <a:pt x="1737696" y="1431798"/>
                </a:lnTo>
                <a:lnTo>
                  <a:pt x="1745932" y="1386024"/>
                </a:lnTo>
                <a:lnTo>
                  <a:pt x="1755371" y="1340679"/>
                </a:lnTo>
                <a:lnTo>
                  <a:pt x="1765996" y="1295780"/>
                </a:lnTo>
                <a:lnTo>
                  <a:pt x="1777789" y="1251345"/>
                </a:lnTo>
                <a:lnTo>
                  <a:pt x="1790733" y="1207391"/>
                </a:lnTo>
                <a:lnTo>
                  <a:pt x="1804811" y="1163935"/>
                </a:lnTo>
                <a:lnTo>
                  <a:pt x="1820006" y="1120994"/>
                </a:lnTo>
                <a:lnTo>
                  <a:pt x="1836301" y="1078586"/>
                </a:lnTo>
                <a:lnTo>
                  <a:pt x="1853678" y="1036727"/>
                </a:lnTo>
                <a:lnTo>
                  <a:pt x="1872121" y="995435"/>
                </a:lnTo>
                <a:lnTo>
                  <a:pt x="1891611" y="954727"/>
                </a:lnTo>
                <a:lnTo>
                  <a:pt x="1912133" y="914621"/>
                </a:lnTo>
                <a:lnTo>
                  <a:pt x="1933668" y="875132"/>
                </a:lnTo>
                <a:lnTo>
                  <a:pt x="1956199" y="836280"/>
                </a:lnTo>
                <a:lnTo>
                  <a:pt x="1979710" y="798080"/>
                </a:lnTo>
                <a:lnTo>
                  <a:pt x="2004183" y="760550"/>
                </a:lnTo>
                <a:lnTo>
                  <a:pt x="2029601" y="723707"/>
                </a:lnTo>
                <a:lnTo>
                  <a:pt x="2055947" y="687569"/>
                </a:lnTo>
                <a:lnTo>
                  <a:pt x="2083204" y="652152"/>
                </a:lnTo>
                <a:lnTo>
                  <a:pt x="2111353" y="617474"/>
                </a:lnTo>
                <a:lnTo>
                  <a:pt x="2140380" y="583551"/>
                </a:lnTo>
                <a:lnTo>
                  <a:pt x="2170265" y="550402"/>
                </a:lnTo>
                <a:lnTo>
                  <a:pt x="2200991" y="518043"/>
                </a:lnTo>
                <a:lnTo>
                  <a:pt x="2232543" y="486492"/>
                </a:lnTo>
                <a:lnTo>
                  <a:pt x="2264902" y="455765"/>
                </a:lnTo>
                <a:lnTo>
                  <a:pt x="2298051" y="425880"/>
                </a:lnTo>
                <a:lnTo>
                  <a:pt x="2331973" y="396854"/>
                </a:lnTo>
                <a:lnTo>
                  <a:pt x="2366652" y="368704"/>
                </a:lnTo>
                <a:lnTo>
                  <a:pt x="2402069" y="341447"/>
                </a:lnTo>
                <a:lnTo>
                  <a:pt x="2438207" y="315102"/>
                </a:lnTo>
                <a:lnTo>
                  <a:pt x="2475050" y="289684"/>
                </a:lnTo>
                <a:lnTo>
                  <a:pt x="2512580" y="265210"/>
                </a:lnTo>
                <a:lnTo>
                  <a:pt x="2550780" y="241699"/>
                </a:lnTo>
                <a:lnTo>
                  <a:pt x="2589632" y="219168"/>
                </a:lnTo>
                <a:lnTo>
                  <a:pt x="2629120" y="197633"/>
                </a:lnTo>
                <a:lnTo>
                  <a:pt x="2669227" y="177111"/>
                </a:lnTo>
                <a:lnTo>
                  <a:pt x="2709935" y="157621"/>
                </a:lnTo>
                <a:lnTo>
                  <a:pt x="2751227" y="139178"/>
                </a:lnTo>
                <a:lnTo>
                  <a:pt x="2793085" y="121801"/>
                </a:lnTo>
                <a:lnTo>
                  <a:pt x="2835494" y="105507"/>
                </a:lnTo>
                <a:lnTo>
                  <a:pt x="2878435" y="90312"/>
                </a:lnTo>
                <a:lnTo>
                  <a:pt x="2921891" y="76233"/>
                </a:lnTo>
                <a:lnTo>
                  <a:pt x="2965845" y="63289"/>
                </a:lnTo>
                <a:lnTo>
                  <a:pt x="3010280" y="51496"/>
                </a:lnTo>
                <a:lnTo>
                  <a:pt x="3055178" y="40872"/>
                </a:lnTo>
                <a:lnTo>
                  <a:pt x="3100524" y="31432"/>
                </a:lnTo>
                <a:lnTo>
                  <a:pt x="3146298" y="23196"/>
                </a:lnTo>
                <a:lnTo>
                  <a:pt x="3192485" y="16180"/>
                </a:lnTo>
                <a:lnTo>
                  <a:pt x="3239067" y="10401"/>
                </a:lnTo>
                <a:lnTo>
                  <a:pt x="3286026" y="5876"/>
                </a:lnTo>
                <a:lnTo>
                  <a:pt x="3333346" y="2623"/>
                </a:lnTo>
                <a:lnTo>
                  <a:pt x="3381010" y="658"/>
                </a:lnTo>
                <a:lnTo>
                  <a:pt x="3428999" y="0"/>
                </a:lnTo>
                <a:lnTo>
                  <a:pt x="1714499" y="1714499"/>
                </a:lnTo>
                <a:close/>
              </a:path>
              <a:path w="3429000" h="3429000">
                <a:moveTo>
                  <a:pt x="0" y="3428999"/>
                </a:moveTo>
                <a:lnTo>
                  <a:pt x="658" y="3381010"/>
                </a:lnTo>
                <a:lnTo>
                  <a:pt x="2623" y="3333346"/>
                </a:lnTo>
                <a:lnTo>
                  <a:pt x="5876" y="3286026"/>
                </a:lnTo>
                <a:lnTo>
                  <a:pt x="10401" y="3239067"/>
                </a:lnTo>
                <a:lnTo>
                  <a:pt x="16180" y="3192485"/>
                </a:lnTo>
                <a:lnTo>
                  <a:pt x="23196" y="3146298"/>
                </a:lnTo>
                <a:lnTo>
                  <a:pt x="31433" y="3100524"/>
                </a:lnTo>
                <a:lnTo>
                  <a:pt x="40872" y="3055178"/>
                </a:lnTo>
                <a:lnTo>
                  <a:pt x="51496" y="3010280"/>
                </a:lnTo>
                <a:lnTo>
                  <a:pt x="63289" y="2965845"/>
                </a:lnTo>
                <a:lnTo>
                  <a:pt x="76233" y="2921891"/>
                </a:lnTo>
                <a:lnTo>
                  <a:pt x="90312" y="2878435"/>
                </a:lnTo>
                <a:lnTo>
                  <a:pt x="105507" y="2835494"/>
                </a:lnTo>
                <a:lnTo>
                  <a:pt x="121801" y="2793085"/>
                </a:lnTo>
                <a:lnTo>
                  <a:pt x="139178" y="2751227"/>
                </a:lnTo>
                <a:lnTo>
                  <a:pt x="157621" y="2709935"/>
                </a:lnTo>
                <a:lnTo>
                  <a:pt x="177111" y="2669227"/>
                </a:lnTo>
                <a:lnTo>
                  <a:pt x="197633" y="2629120"/>
                </a:lnTo>
                <a:lnTo>
                  <a:pt x="219168" y="2589632"/>
                </a:lnTo>
                <a:lnTo>
                  <a:pt x="241700" y="2550780"/>
                </a:lnTo>
                <a:lnTo>
                  <a:pt x="265211" y="2512580"/>
                </a:lnTo>
                <a:lnTo>
                  <a:pt x="289684" y="2475050"/>
                </a:lnTo>
                <a:lnTo>
                  <a:pt x="315102" y="2438207"/>
                </a:lnTo>
                <a:lnTo>
                  <a:pt x="341448" y="2402069"/>
                </a:lnTo>
                <a:lnTo>
                  <a:pt x="368704" y="2366652"/>
                </a:lnTo>
                <a:lnTo>
                  <a:pt x="396854" y="2331973"/>
                </a:lnTo>
                <a:lnTo>
                  <a:pt x="425880" y="2298051"/>
                </a:lnTo>
                <a:lnTo>
                  <a:pt x="455765" y="2264902"/>
                </a:lnTo>
                <a:lnTo>
                  <a:pt x="486492" y="2232543"/>
                </a:lnTo>
                <a:lnTo>
                  <a:pt x="518043" y="2200991"/>
                </a:lnTo>
                <a:lnTo>
                  <a:pt x="550402" y="2170265"/>
                </a:lnTo>
                <a:lnTo>
                  <a:pt x="583551" y="2140380"/>
                </a:lnTo>
                <a:lnTo>
                  <a:pt x="617474" y="2111353"/>
                </a:lnTo>
                <a:lnTo>
                  <a:pt x="652152" y="2083204"/>
                </a:lnTo>
                <a:lnTo>
                  <a:pt x="687569" y="2055947"/>
                </a:lnTo>
                <a:lnTo>
                  <a:pt x="723707" y="2029601"/>
                </a:lnTo>
                <a:lnTo>
                  <a:pt x="760550" y="2004183"/>
                </a:lnTo>
                <a:lnTo>
                  <a:pt x="798080" y="1979710"/>
                </a:lnTo>
                <a:lnTo>
                  <a:pt x="836280" y="1956199"/>
                </a:lnTo>
                <a:lnTo>
                  <a:pt x="875133" y="1933668"/>
                </a:lnTo>
                <a:lnTo>
                  <a:pt x="914621" y="1912133"/>
                </a:lnTo>
                <a:lnTo>
                  <a:pt x="954727" y="1891611"/>
                </a:lnTo>
                <a:lnTo>
                  <a:pt x="995435" y="1872121"/>
                </a:lnTo>
                <a:lnTo>
                  <a:pt x="1036727" y="1853678"/>
                </a:lnTo>
                <a:lnTo>
                  <a:pt x="1078586" y="1836301"/>
                </a:lnTo>
                <a:lnTo>
                  <a:pt x="1120994" y="1820006"/>
                </a:lnTo>
                <a:lnTo>
                  <a:pt x="1163935" y="1804811"/>
                </a:lnTo>
                <a:lnTo>
                  <a:pt x="1207391" y="1790733"/>
                </a:lnTo>
                <a:lnTo>
                  <a:pt x="1251345" y="1777789"/>
                </a:lnTo>
                <a:lnTo>
                  <a:pt x="1295780" y="1765996"/>
                </a:lnTo>
                <a:lnTo>
                  <a:pt x="1340679" y="1755371"/>
                </a:lnTo>
                <a:lnTo>
                  <a:pt x="1386024" y="1745932"/>
                </a:lnTo>
                <a:lnTo>
                  <a:pt x="1431799" y="1737696"/>
                </a:lnTo>
                <a:lnTo>
                  <a:pt x="1477985" y="1730680"/>
                </a:lnTo>
                <a:lnTo>
                  <a:pt x="1524567" y="1724901"/>
                </a:lnTo>
                <a:lnTo>
                  <a:pt x="1571526" y="1720376"/>
                </a:lnTo>
                <a:lnTo>
                  <a:pt x="1618846" y="1717123"/>
                </a:lnTo>
                <a:lnTo>
                  <a:pt x="1666510" y="1715158"/>
                </a:lnTo>
                <a:lnTo>
                  <a:pt x="1714499" y="1714499"/>
                </a:lnTo>
                <a:lnTo>
                  <a:pt x="0" y="342899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1715158" y="3381010"/>
                </a:lnTo>
                <a:lnTo>
                  <a:pt x="1717123" y="3333346"/>
                </a:lnTo>
                <a:lnTo>
                  <a:pt x="1720376" y="3286026"/>
                </a:lnTo>
                <a:lnTo>
                  <a:pt x="1724901" y="3239067"/>
                </a:lnTo>
                <a:lnTo>
                  <a:pt x="1730680" y="3192485"/>
                </a:lnTo>
                <a:lnTo>
                  <a:pt x="1737696" y="3146298"/>
                </a:lnTo>
                <a:lnTo>
                  <a:pt x="1745932" y="3100524"/>
                </a:lnTo>
                <a:lnTo>
                  <a:pt x="1755371" y="3055178"/>
                </a:lnTo>
                <a:lnTo>
                  <a:pt x="1765996" y="3010280"/>
                </a:lnTo>
                <a:lnTo>
                  <a:pt x="1777789" y="2965845"/>
                </a:lnTo>
                <a:lnTo>
                  <a:pt x="1790733" y="2921891"/>
                </a:lnTo>
                <a:lnTo>
                  <a:pt x="1804811" y="2878435"/>
                </a:lnTo>
                <a:lnTo>
                  <a:pt x="1820006" y="2835494"/>
                </a:lnTo>
                <a:lnTo>
                  <a:pt x="1836301" y="2793085"/>
                </a:lnTo>
                <a:lnTo>
                  <a:pt x="1853678" y="2751227"/>
                </a:lnTo>
                <a:lnTo>
                  <a:pt x="1872121" y="2709935"/>
                </a:lnTo>
                <a:lnTo>
                  <a:pt x="1891611" y="2669227"/>
                </a:lnTo>
                <a:lnTo>
                  <a:pt x="1912133" y="2629120"/>
                </a:lnTo>
                <a:lnTo>
                  <a:pt x="1933668" y="2589632"/>
                </a:lnTo>
                <a:lnTo>
                  <a:pt x="1956199" y="2550780"/>
                </a:lnTo>
                <a:lnTo>
                  <a:pt x="1979710" y="2512580"/>
                </a:lnTo>
                <a:lnTo>
                  <a:pt x="2004183" y="2475050"/>
                </a:lnTo>
                <a:lnTo>
                  <a:pt x="2029601" y="2438207"/>
                </a:lnTo>
                <a:lnTo>
                  <a:pt x="2055947" y="2402069"/>
                </a:lnTo>
                <a:lnTo>
                  <a:pt x="2083204" y="2366652"/>
                </a:lnTo>
                <a:lnTo>
                  <a:pt x="2111353" y="2331973"/>
                </a:lnTo>
                <a:lnTo>
                  <a:pt x="2140380" y="2298051"/>
                </a:lnTo>
                <a:lnTo>
                  <a:pt x="2170265" y="2264902"/>
                </a:lnTo>
                <a:lnTo>
                  <a:pt x="2200991" y="2232543"/>
                </a:lnTo>
                <a:lnTo>
                  <a:pt x="2232543" y="2200991"/>
                </a:lnTo>
                <a:lnTo>
                  <a:pt x="2264902" y="2170265"/>
                </a:lnTo>
                <a:lnTo>
                  <a:pt x="2298051" y="2140380"/>
                </a:lnTo>
                <a:lnTo>
                  <a:pt x="2331973" y="2111353"/>
                </a:lnTo>
                <a:lnTo>
                  <a:pt x="2366652" y="2083204"/>
                </a:lnTo>
                <a:lnTo>
                  <a:pt x="2402069" y="2055947"/>
                </a:lnTo>
                <a:lnTo>
                  <a:pt x="2438207" y="2029601"/>
                </a:lnTo>
                <a:lnTo>
                  <a:pt x="2475050" y="2004183"/>
                </a:lnTo>
                <a:lnTo>
                  <a:pt x="2512580" y="1979710"/>
                </a:lnTo>
                <a:lnTo>
                  <a:pt x="2550780" y="1956199"/>
                </a:lnTo>
                <a:lnTo>
                  <a:pt x="2589632" y="1933668"/>
                </a:lnTo>
                <a:lnTo>
                  <a:pt x="2629120" y="1912133"/>
                </a:lnTo>
                <a:lnTo>
                  <a:pt x="2669227" y="1891611"/>
                </a:lnTo>
                <a:lnTo>
                  <a:pt x="2709935" y="1872121"/>
                </a:lnTo>
                <a:lnTo>
                  <a:pt x="2751227" y="1853678"/>
                </a:lnTo>
                <a:lnTo>
                  <a:pt x="2793085" y="1836301"/>
                </a:lnTo>
                <a:lnTo>
                  <a:pt x="2835494" y="1820006"/>
                </a:lnTo>
                <a:lnTo>
                  <a:pt x="2878435" y="1804811"/>
                </a:lnTo>
                <a:lnTo>
                  <a:pt x="2921891" y="1790733"/>
                </a:lnTo>
                <a:lnTo>
                  <a:pt x="2965845" y="1777789"/>
                </a:lnTo>
                <a:lnTo>
                  <a:pt x="3010280" y="1765996"/>
                </a:lnTo>
                <a:lnTo>
                  <a:pt x="3055178" y="1755371"/>
                </a:lnTo>
                <a:lnTo>
                  <a:pt x="3100524" y="1745932"/>
                </a:lnTo>
                <a:lnTo>
                  <a:pt x="3146298" y="1737696"/>
                </a:lnTo>
                <a:lnTo>
                  <a:pt x="3192485" y="1730680"/>
                </a:lnTo>
                <a:lnTo>
                  <a:pt x="3239067" y="1724901"/>
                </a:lnTo>
                <a:lnTo>
                  <a:pt x="3286026" y="1720376"/>
                </a:lnTo>
                <a:lnTo>
                  <a:pt x="3333346" y="1717123"/>
                </a:lnTo>
                <a:lnTo>
                  <a:pt x="3381010" y="1715158"/>
                </a:lnTo>
                <a:lnTo>
                  <a:pt x="3428999" y="1714499"/>
                </a:lnTo>
                <a:lnTo>
                  <a:pt x="1714499" y="3428999"/>
                </a:lnTo>
                <a:close/>
              </a:path>
            </a:pathLst>
          </a:custGeom>
          <a:solidFill>
            <a:srgbClr val="783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11"/>
            <a:ext cx="17259300" cy="3429000"/>
          </a:xfrm>
          <a:custGeom>
            <a:avLst/>
            <a:gdLst/>
            <a:ahLst/>
            <a:cxnLst/>
            <a:rect l="l" t="t" r="r" b="b"/>
            <a:pathLst>
              <a:path w="17259300" h="3429000">
                <a:moveTo>
                  <a:pt x="3429000" y="0"/>
                </a:moveTo>
                <a:lnTo>
                  <a:pt x="0" y="0"/>
                </a:lnTo>
                <a:lnTo>
                  <a:pt x="0" y="3429000"/>
                </a:lnTo>
                <a:lnTo>
                  <a:pt x="3429000" y="3429000"/>
                </a:lnTo>
                <a:lnTo>
                  <a:pt x="3429000" y="0"/>
                </a:lnTo>
                <a:close/>
              </a:path>
              <a:path w="17259300" h="3429000">
                <a:moveTo>
                  <a:pt x="15544788" y="1714500"/>
                </a:moveTo>
                <a:lnTo>
                  <a:pt x="13830287" y="3429000"/>
                </a:lnTo>
                <a:lnTo>
                  <a:pt x="15544788" y="3429000"/>
                </a:lnTo>
                <a:lnTo>
                  <a:pt x="15544788" y="1714500"/>
                </a:lnTo>
                <a:close/>
              </a:path>
              <a:path w="17259300" h="3429000">
                <a:moveTo>
                  <a:pt x="15544788" y="0"/>
                </a:moveTo>
                <a:lnTo>
                  <a:pt x="13830287" y="1714500"/>
                </a:lnTo>
                <a:lnTo>
                  <a:pt x="15544788" y="1714500"/>
                </a:lnTo>
                <a:lnTo>
                  <a:pt x="15544788" y="0"/>
                </a:lnTo>
                <a:close/>
              </a:path>
              <a:path w="17259300" h="3429000">
                <a:moveTo>
                  <a:pt x="17259288" y="1714500"/>
                </a:moveTo>
                <a:lnTo>
                  <a:pt x="15544788" y="3429000"/>
                </a:lnTo>
                <a:lnTo>
                  <a:pt x="17259288" y="3429000"/>
                </a:lnTo>
                <a:lnTo>
                  <a:pt x="17259288" y="1714500"/>
                </a:lnTo>
                <a:close/>
              </a:path>
              <a:path w="17259300" h="3429000">
                <a:moveTo>
                  <a:pt x="17259288" y="0"/>
                </a:moveTo>
                <a:lnTo>
                  <a:pt x="15544788" y="1714500"/>
                </a:lnTo>
                <a:lnTo>
                  <a:pt x="17259288" y="1714500"/>
                </a:lnTo>
                <a:lnTo>
                  <a:pt x="172592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1714499"/>
                </a:moveTo>
                <a:lnTo>
                  <a:pt x="0" y="0"/>
                </a:lnTo>
                <a:lnTo>
                  <a:pt x="1714499" y="0"/>
                </a:lnTo>
                <a:lnTo>
                  <a:pt x="1666510" y="658"/>
                </a:lnTo>
                <a:lnTo>
                  <a:pt x="1618846" y="2623"/>
                </a:lnTo>
                <a:lnTo>
                  <a:pt x="1571526" y="5876"/>
                </a:lnTo>
                <a:lnTo>
                  <a:pt x="1524567" y="10401"/>
                </a:lnTo>
                <a:lnTo>
                  <a:pt x="1477985" y="16180"/>
                </a:lnTo>
                <a:lnTo>
                  <a:pt x="1431798" y="23196"/>
                </a:lnTo>
                <a:lnTo>
                  <a:pt x="1386024" y="31432"/>
                </a:lnTo>
                <a:lnTo>
                  <a:pt x="1340679" y="40872"/>
                </a:lnTo>
                <a:lnTo>
                  <a:pt x="1295780" y="51496"/>
                </a:lnTo>
                <a:lnTo>
                  <a:pt x="1251345" y="63289"/>
                </a:lnTo>
                <a:lnTo>
                  <a:pt x="1207391" y="76233"/>
                </a:lnTo>
                <a:lnTo>
                  <a:pt x="1163935" y="90312"/>
                </a:lnTo>
                <a:lnTo>
                  <a:pt x="1120994" y="105507"/>
                </a:lnTo>
                <a:lnTo>
                  <a:pt x="1078586" y="121801"/>
                </a:lnTo>
                <a:lnTo>
                  <a:pt x="1036727" y="139178"/>
                </a:lnTo>
                <a:lnTo>
                  <a:pt x="995435" y="157621"/>
                </a:lnTo>
                <a:lnTo>
                  <a:pt x="954727" y="177111"/>
                </a:lnTo>
                <a:lnTo>
                  <a:pt x="914621" y="197633"/>
                </a:lnTo>
                <a:lnTo>
                  <a:pt x="875132" y="219168"/>
                </a:lnTo>
                <a:lnTo>
                  <a:pt x="836280" y="241699"/>
                </a:lnTo>
                <a:lnTo>
                  <a:pt x="798080" y="265210"/>
                </a:lnTo>
                <a:lnTo>
                  <a:pt x="760550" y="289684"/>
                </a:lnTo>
                <a:lnTo>
                  <a:pt x="723707" y="315102"/>
                </a:lnTo>
                <a:lnTo>
                  <a:pt x="687569" y="341447"/>
                </a:lnTo>
                <a:lnTo>
                  <a:pt x="652152" y="368704"/>
                </a:lnTo>
                <a:lnTo>
                  <a:pt x="617474" y="396854"/>
                </a:lnTo>
                <a:lnTo>
                  <a:pt x="583551" y="425880"/>
                </a:lnTo>
                <a:lnTo>
                  <a:pt x="550402" y="455765"/>
                </a:lnTo>
                <a:lnTo>
                  <a:pt x="518043" y="486492"/>
                </a:lnTo>
                <a:lnTo>
                  <a:pt x="486492" y="518043"/>
                </a:lnTo>
                <a:lnTo>
                  <a:pt x="455765" y="550402"/>
                </a:lnTo>
                <a:lnTo>
                  <a:pt x="425880" y="583551"/>
                </a:lnTo>
                <a:lnTo>
                  <a:pt x="396854" y="617474"/>
                </a:lnTo>
                <a:lnTo>
                  <a:pt x="368704" y="652152"/>
                </a:lnTo>
                <a:lnTo>
                  <a:pt x="341447" y="687569"/>
                </a:lnTo>
                <a:lnTo>
                  <a:pt x="315102" y="723707"/>
                </a:lnTo>
                <a:lnTo>
                  <a:pt x="289684" y="760550"/>
                </a:lnTo>
                <a:lnTo>
                  <a:pt x="265210" y="798080"/>
                </a:lnTo>
                <a:lnTo>
                  <a:pt x="241699" y="836280"/>
                </a:lnTo>
                <a:lnTo>
                  <a:pt x="219168" y="875132"/>
                </a:lnTo>
                <a:lnTo>
                  <a:pt x="197633" y="914621"/>
                </a:lnTo>
                <a:lnTo>
                  <a:pt x="177111" y="954727"/>
                </a:lnTo>
                <a:lnTo>
                  <a:pt x="157621" y="995435"/>
                </a:lnTo>
                <a:lnTo>
                  <a:pt x="139178" y="1036727"/>
                </a:lnTo>
                <a:lnTo>
                  <a:pt x="121801" y="1078586"/>
                </a:lnTo>
                <a:lnTo>
                  <a:pt x="105507" y="1120994"/>
                </a:lnTo>
                <a:lnTo>
                  <a:pt x="90312" y="1163935"/>
                </a:lnTo>
                <a:lnTo>
                  <a:pt x="76233" y="1207391"/>
                </a:lnTo>
                <a:lnTo>
                  <a:pt x="63289" y="1251345"/>
                </a:lnTo>
                <a:lnTo>
                  <a:pt x="51496" y="1295780"/>
                </a:lnTo>
                <a:lnTo>
                  <a:pt x="40872" y="1340679"/>
                </a:lnTo>
                <a:lnTo>
                  <a:pt x="31432" y="1386024"/>
                </a:lnTo>
                <a:lnTo>
                  <a:pt x="23196" y="1431798"/>
                </a:lnTo>
                <a:lnTo>
                  <a:pt x="16180" y="1477985"/>
                </a:lnTo>
                <a:lnTo>
                  <a:pt x="10401" y="1524567"/>
                </a:lnTo>
                <a:lnTo>
                  <a:pt x="5876" y="1571526"/>
                </a:lnTo>
                <a:lnTo>
                  <a:pt x="2623" y="1618846"/>
                </a:lnTo>
                <a:lnTo>
                  <a:pt x="658" y="1666510"/>
                </a:lnTo>
                <a:lnTo>
                  <a:pt x="0" y="1714499"/>
                </a:lnTo>
                <a:close/>
              </a:path>
              <a:path w="3429000" h="3429000">
                <a:moveTo>
                  <a:pt x="1714499" y="1714499"/>
                </a:moveTo>
                <a:lnTo>
                  <a:pt x="1714499" y="0"/>
                </a:lnTo>
                <a:lnTo>
                  <a:pt x="3428999" y="0"/>
                </a:lnTo>
                <a:lnTo>
                  <a:pt x="3381010" y="658"/>
                </a:lnTo>
                <a:lnTo>
                  <a:pt x="3333346" y="2623"/>
                </a:lnTo>
                <a:lnTo>
                  <a:pt x="3286026" y="5876"/>
                </a:lnTo>
                <a:lnTo>
                  <a:pt x="3239067" y="10401"/>
                </a:lnTo>
                <a:lnTo>
                  <a:pt x="3192485" y="16180"/>
                </a:lnTo>
                <a:lnTo>
                  <a:pt x="3146298" y="23196"/>
                </a:lnTo>
                <a:lnTo>
                  <a:pt x="3100524" y="31432"/>
                </a:lnTo>
                <a:lnTo>
                  <a:pt x="3055178" y="40872"/>
                </a:lnTo>
                <a:lnTo>
                  <a:pt x="3010280" y="51496"/>
                </a:lnTo>
                <a:lnTo>
                  <a:pt x="2965845" y="63289"/>
                </a:lnTo>
                <a:lnTo>
                  <a:pt x="2921891" y="76233"/>
                </a:lnTo>
                <a:lnTo>
                  <a:pt x="2878435" y="90312"/>
                </a:lnTo>
                <a:lnTo>
                  <a:pt x="2835494" y="105507"/>
                </a:lnTo>
                <a:lnTo>
                  <a:pt x="2793085" y="121801"/>
                </a:lnTo>
                <a:lnTo>
                  <a:pt x="2751227" y="139178"/>
                </a:lnTo>
                <a:lnTo>
                  <a:pt x="2709935" y="157621"/>
                </a:lnTo>
                <a:lnTo>
                  <a:pt x="2669227" y="177111"/>
                </a:lnTo>
                <a:lnTo>
                  <a:pt x="2629120" y="197633"/>
                </a:lnTo>
                <a:lnTo>
                  <a:pt x="2589632" y="219168"/>
                </a:lnTo>
                <a:lnTo>
                  <a:pt x="2550780" y="241699"/>
                </a:lnTo>
                <a:lnTo>
                  <a:pt x="2512580" y="265210"/>
                </a:lnTo>
                <a:lnTo>
                  <a:pt x="2475050" y="289684"/>
                </a:lnTo>
                <a:lnTo>
                  <a:pt x="2438207" y="315102"/>
                </a:lnTo>
                <a:lnTo>
                  <a:pt x="2402069" y="341447"/>
                </a:lnTo>
                <a:lnTo>
                  <a:pt x="2366652" y="368704"/>
                </a:lnTo>
                <a:lnTo>
                  <a:pt x="2331973" y="396854"/>
                </a:lnTo>
                <a:lnTo>
                  <a:pt x="2298051" y="425880"/>
                </a:lnTo>
                <a:lnTo>
                  <a:pt x="2264902" y="455765"/>
                </a:lnTo>
                <a:lnTo>
                  <a:pt x="2232543" y="486492"/>
                </a:lnTo>
                <a:lnTo>
                  <a:pt x="2200991" y="518043"/>
                </a:lnTo>
                <a:lnTo>
                  <a:pt x="2170265" y="550402"/>
                </a:lnTo>
                <a:lnTo>
                  <a:pt x="2140380" y="583551"/>
                </a:lnTo>
                <a:lnTo>
                  <a:pt x="2111353" y="617474"/>
                </a:lnTo>
                <a:lnTo>
                  <a:pt x="2083204" y="652152"/>
                </a:lnTo>
                <a:lnTo>
                  <a:pt x="2055947" y="687569"/>
                </a:lnTo>
                <a:lnTo>
                  <a:pt x="2029601" y="723707"/>
                </a:lnTo>
                <a:lnTo>
                  <a:pt x="2004183" y="760550"/>
                </a:lnTo>
                <a:lnTo>
                  <a:pt x="1979710" y="798080"/>
                </a:lnTo>
                <a:lnTo>
                  <a:pt x="1956199" y="836280"/>
                </a:lnTo>
                <a:lnTo>
                  <a:pt x="1933668" y="875132"/>
                </a:lnTo>
                <a:lnTo>
                  <a:pt x="1912133" y="914621"/>
                </a:lnTo>
                <a:lnTo>
                  <a:pt x="1891611" y="954727"/>
                </a:lnTo>
                <a:lnTo>
                  <a:pt x="1872121" y="995435"/>
                </a:lnTo>
                <a:lnTo>
                  <a:pt x="1853678" y="1036727"/>
                </a:lnTo>
                <a:lnTo>
                  <a:pt x="1836301" y="1078586"/>
                </a:lnTo>
                <a:lnTo>
                  <a:pt x="1820006" y="1120994"/>
                </a:lnTo>
                <a:lnTo>
                  <a:pt x="1804811" y="1163935"/>
                </a:lnTo>
                <a:lnTo>
                  <a:pt x="1790733" y="1207391"/>
                </a:lnTo>
                <a:lnTo>
                  <a:pt x="1777789" y="1251345"/>
                </a:lnTo>
                <a:lnTo>
                  <a:pt x="1765996" y="1295780"/>
                </a:lnTo>
                <a:lnTo>
                  <a:pt x="1755371" y="1340679"/>
                </a:lnTo>
                <a:lnTo>
                  <a:pt x="1745932" y="1386024"/>
                </a:lnTo>
                <a:lnTo>
                  <a:pt x="1737696" y="1431798"/>
                </a:lnTo>
                <a:lnTo>
                  <a:pt x="1730680" y="1477985"/>
                </a:lnTo>
                <a:lnTo>
                  <a:pt x="1724901" y="1524567"/>
                </a:lnTo>
                <a:lnTo>
                  <a:pt x="1720376" y="1571526"/>
                </a:lnTo>
                <a:lnTo>
                  <a:pt x="1717123" y="1618846"/>
                </a:lnTo>
                <a:lnTo>
                  <a:pt x="1715158" y="1666510"/>
                </a:lnTo>
                <a:lnTo>
                  <a:pt x="1714499" y="1714499"/>
                </a:lnTo>
                <a:close/>
              </a:path>
              <a:path w="3429000" h="3429000">
                <a:moveTo>
                  <a:pt x="0" y="3428999"/>
                </a:moveTo>
                <a:lnTo>
                  <a:pt x="0" y="1714499"/>
                </a:lnTo>
                <a:lnTo>
                  <a:pt x="1714499" y="1714499"/>
                </a:lnTo>
                <a:lnTo>
                  <a:pt x="1666510" y="1715158"/>
                </a:lnTo>
                <a:lnTo>
                  <a:pt x="1618846" y="1717123"/>
                </a:lnTo>
                <a:lnTo>
                  <a:pt x="1571526" y="1720376"/>
                </a:lnTo>
                <a:lnTo>
                  <a:pt x="1524567" y="1724901"/>
                </a:lnTo>
                <a:lnTo>
                  <a:pt x="1477985" y="1730680"/>
                </a:lnTo>
                <a:lnTo>
                  <a:pt x="1431798" y="1737696"/>
                </a:lnTo>
                <a:lnTo>
                  <a:pt x="1386024" y="1745932"/>
                </a:lnTo>
                <a:lnTo>
                  <a:pt x="1340679" y="1755371"/>
                </a:lnTo>
                <a:lnTo>
                  <a:pt x="1295780" y="1765996"/>
                </a:lnTo>
                <a:lnTo>
                  <a:pt x="1251345" y="1777789"/>
                </a:lnTo>
                <a:lnTo>
                  <a:pt x="1207391" y="1790733"/>
                </a:lnTo>
                <a:lnTo>
                  <a:pt x="1163935" y="1804811"/>
                </a:lnTo>
                <a:lnTo>
                  <a:pt x="1120994" y="1820006"/>
                </a:lnTo>
                <a:lnTo>
                  <a:pt x="1078586" y="1836301"/>
                </a:lnTo>
                <a:lnTo>
                  <a:pt x="1036727" y="1853678"/>
                </a:lnTo>
                <a:lnTo>
                  <a:pt x="995435" y="1872121"/>
                </a:lnTo>
                <a:lnTo>
                  <a:pt x="954727" y="1891611"/>
                </a:lnTo>
                <a:lnTo>
                  <a:pt x="914621" y="1912133"/>
                </a:lnTo>
                <a:lnTo>
                  <a:pt x="875132" y="1933668"/>
                </a:lnTo>
                <a:lnTo>
                  <a:pt x="836280" y="1956199"/>
                </a:lnTo>
                <a:lnTo>
                  <a:pt x="798080" y="1979710"/>
                </a:lnTo>
                <a:lnTo>
                  <a:pt x="760550" y="2004183"/>
                </a:lnTo>
                <a:lnTo>
                  <a:pt x="723707" y="2029601"/>
                </a:lnTo>
                <a:lnTo>
                  <a:pt x="687569" y="2055947"/>
                </a:lnTo>
                <a:lnTo>
                  <a:pt x="652152" y="2083204"/>
                </a:lnTo>
                <a:lnTo>
                  <a:pt x="617474" y="2111353"/>
                </a:lnTo>
                <a:lnTo>
                  <a:pt x="583551" y="2140380"/>
                </a:lnTo>
                <a:lnTo>
                  <a:pt x="550402" y="2170265"/>
                </a:lnTo>
                <a:lnTo>
                  <a:pt x="518043" y="2200991"/>
                </a:lnTo>
                <a:lnTo>
                  <a:pt x="486492" y="2232543"/>
                </a:lnTo>
                <a:lnTo>
                  <a:pt x="455765" y="2264902"/>
                </a:lnTo>
                <a:lnTo>
                  <a:pt x="425880" y="2298051"/>
                </a:lnTo>
                <a:lnTo>
                  <a:pt x="396854" y="2331973"/>
                </a:lnTo>
                <a:lnTo>
                  <a:pt x="368704" y="2366652"/>
                </a:lnTo>
                <a:lnTo>
                  <a:pt x="341447" y="2402069"/>
                </a:lnTo>
                <a:lnTo>
                  <a:pt x="315102" y="2438207"/>
                </a:lnTo>
                <a:lnTo>
                  <a:pt x="289684" y="2475050"/>
                </a:lnTo>
                <a:lnTo>
                  <a:pt x="265210" y="2512580"/>
                </a:lnTo>
                <a:lnTo>
                  <a:pt x="241699" y="2550780"/>
                </a:lnTo>
                <a:lnTo>
                  <a:pt x="219168" y="2589632"/>
                </a:lnTo>
                <a:lnTo>
                  <a:pt x="197633" y="2629120"/>
                </a:lnTo>
                <a:lnTo>
                  <a:pt x="177111" y="2669227"/>
                </a:lnTo>
                <a:lnTo>
                  <a:pt x="157621" y="2709935"/>
                </a:lnTo>
                <a:lnTo>
                  <a:pt x="139178" y="2751227"/>
                </a:lnTo>
                <a:lnTo>
                  <a:pt x="121801" y="2793085"/>
                </a:lnTo>
                <a:lnTo>
                  <a:pt x="105507" y="2835494"/>
                </a:lnTo>
                <a:lnTo>
                  <a:pt x="90312" y="2878435"/>
                </a:lnTo>
                <a:lnTo>
                  <a:pt x="76233" y="2921891"/>
                </a:lnTo>
                <a:lnTo>
                  <a:pt x="63289" y="2965845"/>
                </a:lnTo>
                <a:lnTo>
                  <a:pt x="51496" y="3010280"/>
                </a:lnTo>
                <a:lnTo>
                  <a:pt x="40872" y="3055178"/>
                </a:lnTo>
                <a:lnTo>
                  <a:pt x="31432" y="3100524"/>
                </a:lnTo>
                <a:lnTo>
                  <a:pt x="23196" y="3146298"/>
                </a:lnTo>
                <a:lnTo>
                  <a:pt x="16180" y="3192485"/>
                </a:lnTo>
                <a:lnTo>
                  <a:pt x="10401" y="3239067"/>
                </a:lnTo>
                <a:lnTo>
                  <a:pt x="5876" y="3286026"/>
                </a:lnTo>
                <a:lnTo>
                  <a:pt x="2623" y="3333346"/>
                </a:lnTo>
                <a:lnTo>
                  <a:pt x="658" y="3381010"/>
                </a:lnTo>
                <a:lnTo>
                  <a:pt x="0" y="342899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1714499" y="1714499"/>
                </a:lnTo>
                <a:lnTo>
                  <a:pt x="3428999" y="1714499"/>
                </a:lnTo>
                <a:lnTo>
                  <a:pt x="3381010" y="1715158"/>
                </a:lnTo>
                <a:lnTo>
                  <a:pt x="3333346" y="1717123"/>
                </a:lnTo>
                <a:lnTo>
                  <a:pt x="3286026" y="1720376"/>
                </a:lnTo>
                <a:lnTo>
                  <a:pt x="3239067" y="1724901"/>
                </a:lnTo>
                <a:lnTo>
                  <a:pt x="3192485" y="1730680"/>
                </a:lnTo>
                <a:lnTo>
                  <a:pt x="3146298" y="1737696"/>
                </a:lnTo>
                <a:lnTo>
                  <a:pt x="3100524" y="1745932"/>
                </a:lnTo>
                <a:lnTo>
                  <a:pt x="3055178" y="1755371"/>
                </a:lnTo>
                <a:lnTo>
                  <a:pt x="3010280" y="1765996"/>
                </a:lnTo>
                <a:lnTo>
                  <a:pt x="2965845" y="1777789"/>
                </a:lnTo>
                <a:lnTo>
                  <a:pt x="2921891" y="1790733"/>
                </a:lnTo>
                <a:lnTo>
                  <a:pt x="2878435" y="1804811"/>
                </a:lnTo>
                <a:lnTo>
                  <a:pt x="2835494" y="1820006"/>
                </a:lnTo>
                <a:lnTo>
                  <a:pt x="2793085" y="1836301"/>
                </a:lnTo>
                <a:lnTo>
                  <a:pt x="2751227" y="1853678"/>
                </a:lnTo>
                <a:lnTo>
                  <a:pt x="2709935" y="1872121"/>
                </a:lnTo>
                <a:lnTo>
                  <a:pt x="2669227" y="1891611"/>
                </a:lnTo>
                <a:lnTo>
                  <a:pt x="2629120" y="1912133"/>
                </a:lnTo>
                <a:lnTo>
                  <a:pt x="2589632" y="1933668"/>
                </a:lnTo>
                <a:lnTo>
                  <a:pt x="2550780" y="1956199"/>
                </a:lnTo>
                <a:lnTo>
                  <a:pt x="2512580" y="1979710"/>
                </a:lnTo>
                <a:lnTo>
                  <a:pt x="2475050" y="2004183"/>
                </a:lnTo>
                <a:lnTo>
                  <a:pt x="2438207" y="2029601"/>
                </a:lnTo>
                <a:lnTo>
                  <a:pt x="2402069" y="2055947"/>
                </a:lnTo>
                <a:lnTo>
                  <a:pt x="2366652" y="2083204"/>
                </a:lnTo>
                <a:lnTo>
                  <a:pt x="2331973" y="2111353"/>
                </a:lnTo>
                <a:lnTo>
                  <a:pt x="2298051" y="2140380"/>
                </a:lnTo>
                <a:lnTo>
                  <a:pt x="2264902" y="2170265"/>
                </a:lnTo>
                <a:lnTo>
                  <a:pt x="2232543" y="2200991"/>
                </a:lnTo>
                <a:lnTo>
                  <a:pt x="2200991" y="2232543"/>
                </a:lnTo>
                <a:lnTo>
                  <a:pt x="2170265" y="2264902"/>
                </a:lnTo>
                <a:lnTo>
                  <a:pt x="2140380" y="2298051"/>
                </a:lnTo>
                <a:lnTo>
                  <a:pt x="2111353" y="2331973"/>
                </a:lnTo>
                <a:lnTo>
                  <a:pt x="2083204" y="2366652"/>
                </a:lnTo>
                <a:lnTo>
                  <a:pt x="2055947" y="2402069"/>
                </a:lnTo>
                <a:lnTo>
                  <a:pt x="2029601" y="2438207"/>
                </a:lnTo>
                <a:lnTo>
                  <a:pt x="2004183" y="2475050"/>
                </a:lnTo>
                <a:lnTo>
                  <a:pt x="1979710" y="2512580"/>
                </a:lnTo>
                <a:lnTo>
                  <a:pt x="1956199" y="2550780"/>
                </a:lnTo>
                <a:lnTo>
                  <a:pt x="1933668" y="2589632"/>
                </a:lnTo>
                <a:lnTo>
                  <a:pt x="1912133" y="2629120"/>
                </a:lnTo>
                <a:lnTo>
                  <a:pt x="1891611" y="2669227"/>
                </a:lnTo>
                <a:lnTo>
                  <a:pt x="1872121" y="2709935"/>
                </a:lnTo>
                <a:lnTo>
                  <a:pt x="1853678" y="2751227"/>
                </a:lnTo>
                <a:lnTo>
                  <a:pt x="1836301" y="2793085"/>
                </a:lnTo>
                <a:lnTo>
                  <a:pt x="1820006" y="2835494"/>
                </a:lnTo>
                <a:lnTo>
                  <a:pt x="1804811" y="2878435"/>
                </a:lnTo>
                <a:lnTo>
                  <a:pt x="1790733" y="2921891"/>
                </a:lnTo>
                <a:lnTo>
                  <a:pt x="1777789" y="2965845"/>
                </a:lnTo>
                <a:lnTo>
                  <a:pt x="1765996" y="3010280"/>
                </a:lnTo>
                <a:lnTo>
                  <a:pt x="1755371" y="3055178"/>
                </a:lnTo>
                <a:lnTo>
                  <a:pt x="1745932" y="3100524"/>
                </a:lnTo>
                <a:lnTo>
                  <a:pt x="1737696" y="3146298"/>
                </a:lnTo>
                <a:lnTo>
                  <a:pt x="1730680" y="3192485"/>
                </a:lnTo>
                <a:lnTo>
                  <a:pt x="1724901" y="3239067"/>
                </a:lnTo>
                <a:lnTo>
                  <a:pt x="1720376" y="3286026"/>
                </a:lnTo>
                <a:lnTo>
                  <a:pt x="1717123" y="3333346"/>
                </a:lnTo>
                <a:lnTo>
                  <a:pt x="1715158" y="3381010"/>
                </a:lnTo>
                <a:lnTo>
                  <a:pt x="1714499" y="3428999"/>
                </a:lnTo>
                <a:close/>
              </a:path>
            </a:pathLst>
          </a:custGeom>
          <a:solidFill>
            <a:srgbClr val="F1CB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1714499"/>
                </a:moveTo>
                <a:lnTo>
                  <a:pt x="658" y="1666510"/>
                </a:lnTo>
                <a:lnTo>
                  <a:pt x="2623" y="1618846"/>
                </a:lnTo>
                <a:lnTo>
                  <a:pt x="5876" y="1571526"/>
                </a:lnTo>
                <a:lnTo>
                  <a:pt x="10401" y="1524567"/>
                </a:lnTo>
                <a:lnTo>
                  <a:pt x="16180" y="1477985"/>
                </a:lnTo>
                <a:lnTo>
                  <a:pt x="23196" y="1431798"/>
                </a:lnTo>
                <a:lnTo>
                  <a:pt x="31432" y="1386024"/>
                </a:lnTo>
                <a:lnTo>
                  <a:pt x="40872" y="1340679"/>
                </a:lnTo>
                <a:lnTo>
                  <a:pt x="51496" y="1295780"/>
                </a:lnTo>
                <a:lnTo>
                  <a:pt x="63289" y="1251345"/>
                </a:lnTo>
                <a:lnTo>
                  <a:pt x="76233" y="1207391"/>
                </a:lnTo>
                <a:lnTo>
                  <a:pt x="90312" y="1163935"/>
                </a:lnTo>
                <a:lnTo>
                  <a:pt x="105507" y="1120994"/>
                </a:lnTo>
                <a:lnTo>
                  <a:pt x="121801" y="1078586"/>
                </a:lnTo>
                <a:lnTo>
                  <a:pt x="139178" y="1036727"/>
                </a:lnTo>
                <a:lnTo>
                  <a:pt x="157621" y="995435"/>
                </a:lnTo>
                <a:lnTo>
                  <a:pt x="177111" y="954727"/>
                </a:lnTo>
                <a:lnTo>
                  <a:pt x="197633" y="914621"/>
                </a:lnTo>
                <a:lnTo>
                  <a:pt x="219168" y="875132"/>
                </a:lnTo>
                <a:lnTo>
                  <a:pt x="241699" y="836280"/>
                </a:lnTo>
                <a:lnTo>
                  <a:pt x="265210" y="798080"/>
                </a:lnTo>
                <a:lnTo>
                  <a:pt x="289684" y="760550"/>
                </a:lnTo>
                <a:lnTo>
                  <a:pt x="315102" y="723707"/>
                </a:lnTo>
                <a:lnTo>
                  <a:pt x="341447" y="687569"/>
                </a:lnTo>
                <a:lnTo>
                  <a:pt x="368704" y="652152"/>
                </a:lnTo>
                <a:lnTo>
                  <a:pt x="396854" y="617474"/>
                </a:lnTo>
                <a:lnTo>
                  <a:pt x="425880" y="583551"/>
                </a:lnTo>
                <a:lnTo>
                  <a:pt x="455765" y="550402"/>
                </a:lnTo>
                <a:lnTo>
                  <a:pt x="486492" y="518043"/>
                </a:lnTo>
                <a:lnTo>
                  <a:pt x="518043" y="486492"/>
                </a:lnTo>
                <a:lnTo>
                  <a:pt x="550402" y="455765"/>
                </a:lnTo>
                <a:lnTo>
                  <a:pt x="583551" y="425880"/>
                </a:lnTo>
                <a:lnTo>
                  <a:pt x="617474" y="396854"/>
                </a:lnTo>
                <a:lnTo>
                  <a:pt x="652152" y="368704"/>
                </a:lnTo>
                <a:lnTo>
                  <a:pt x="687569" y="341447"/>
                </a:lnTo>
                <a:lnTo>
                  <a:pt x="723707" y="315102"/>
                </a:lnTo>
                <a:lnTo>
                  <a:pt x="760550" y="289684"/>
                </a:lnTo>
                <a:lnTo>
                  <a:pt x="798080" y="265210"/>
                </a:lnTo>
                <a:lnTo>
                  <a:pt x="836280" y="241699"/>
                </a:lnTo>
                <a:lnTo>
                  <a:pt x="875132" y="219168"/>
                </a:lnTo>
                <a:lnTo>
                  <a:pt x="914621" y="197633"/>
                </a:lnTo>
                <a:lnTo>
                  <a:pt x="954727" y="177111"/>
                </a:lnTo>
                <a:lnTo>
                  <a:pt x="995435" y="157621"/>
                </a:lnTo>
                <a:lnTo>
                  <a:pt x="1036727" y="139178"/>
                </a:lnTo>
                <a:lnTo>
                  <a:pt x="1078586" y="121801"/>
                </a:lnTo>
                <a:lnTo>
                  <a:pt x="1120994" y="105507"/>
                </a:lnTo>
                <a:lnTo>
                  <a:pt x="1163935" y="90312"/>
                </a:lnTo>
                <a:lnTo>
                  <a:pt x="1207391" y="76233"/>
                </a:lnTo>
                <a:lnTo>
                  <a:pt x="1251345" y="63289"/>
                </a:lnTo>
                <a:lnTo>
                  <a:pt x="1295780" y="51496"/>
                </a:lnTo>
                <a:lnTo>
                  <a:pt x="1340679" y="40872"/>
                </a:lnTo>
                <a:lnTo>
                  <a:pt x="1386024" y="31432"/>
                </a:lnTo>
                <a:lnTo>
                  <a:pt x="1431798" y="23196"/>
                </a:lnTo>
                <a:lnTo>
                  <a:pt x="1477985" y="16180"/>
                </a:lnTo>
                <a:lnTo>
                  <a:pt x="1524567" y="10401"/>
                </a:lnTo>
                <a:lnTo>
                  <a:pt x="1571526" y="5876"/>
                </a:lnTo>
                <a:lnTo>
                  <a:pt x="1618846" y="2623"/>
                </a:lnTo>
                <a:lnTo>
                  <a:pt x="1666510" y="658"/>
                </a:lnTo>
                <a:lnTo>
                  <a:pt x="1714499" y="0"/>
                </a:lnTo>
                <a:lnTo>
                  <a:pt x="0" y="1714499"/>
                </a:lnTo>
                <a:close/>
              </a:path>
              <a:path w="3429000" h="3429000">
                <a:moveTo>
                  <a:pt x="1714499" y="1714499"/>
                </a:moveTo>
                <a:lnTo>
                  <a:pt x="1715158" y="1666510"/>
                </a:lnTo>
                <a:lnTo>
                  <a:pt x="1717123" y="1618846"/>
                </a:lnTo>
                <a:lnTo>
                  <a:pt x="1720376" y="1571526"/>
                </a:lnTo>
                <a:lnTo>
                  <a:pt x="1724901" y="1524567"/>
                </a:lnTo>
                <a:lnTo>
                  <a:pt x="1730680" y="1477985"/>
                </a:lnTo>
                <a:lnTo>
                  <a:pt x="1737696" y="1431798"/>
                </a:lnTo>
                <a:lnTo>
                  <a:pt x="1745932" y="1386024"/>
                </a:lnTo>
                <a:lnTo>
                  <a:pt x="1755371" y="1340679"/>
                </a:lnTo>
                <a:lnTo>
                  <a:pt x="1765996" y="1295780"/>
                </a:lnTo>
                <a:lnTo>
                  <a:pt x="1777789" y="1251345"/>
                </a:lnTo>
                <a:lnTo>
                  <a:pt x="1790733" y="1207391"/>
                </a:lnTo>
                <a:lnTo>
                  <a:pt x="1804811" y="1163935"/>
                </a:lnTo>
                <a:lnTo>
                  <a:pt x="1820006" y="1120994"/>
                </a:lnTo>
                <a:lnTo>
                  <a:pt x="1836301" y="1078586"/>
                </a:lnTo>
                <a:lnTo>
                  <a:pt x="1853678" y="1036727"/>
                </a:lnTo>
                <a:lnTo>
                  <a:pt x="1872121" y="995435"/>
                </a:lnTo>
                <a:lnTo>
                  <a:pt x="1891611" y="954727"/>
                </a:lnTo>
                <a:lnTo>
                  <a:pt x="1912133" y="914621"/>
                </a:lnTo>
                <a:lnTo>
                  <a:pt x="1933668" y="875132"/>
                </a:lnTo>
                <a:lnTo>
                  <a:pt x="1956199" y="836280"/>
                </a:lnTo>
                <a:lnTo>
                  <a:pt x="1979710" y="798080"/>
                </a:lnTo>
                <a:lnTo>
                  <a:pt x="2004183" y="760550"/>
                </a:lnTo>
                <a:lnTo>
                  <a:pt x="2029601" y="723707"/>
                </a:lnTo>
                <a:lnTo>
                  <a:pt x="2055947" y="687569"/>
                </a:lnTo>
                <a:lnTo>
                  <a:pt x="2083204" y="652152"/>
                </a:lnTo>
                <a:lnTo>
                  <a:pt x="2111353" y="617474"/>
                </a:lnTo>
                <a:lnTo>
                  <a:pt x="2140380" y="583551"/>
                </a:lnTo>
                <a:lnTo>
                  <a:pt x="2170265" y="550402"/>
                </a:lnTo>
                <a:lnTo>
                  <a:pt x="2200991" y="518043"/>
                </a:lnTo>
                <a:lnTo>
                  <a:pt x="2232543" y="486492"/>
                </a:lnTo>
                <a:lnTo>
                  <a:pt x="2264902" y="455765"/>
                </a:lnTo>
                <a:lnTo>
                  <a:pt x="2298051" y="425880"/>
                </a:lnTo>
                <a:lnTo>
                  <a:pt x="2331973" y="396854"/>
                </a:lnTo>
                <a:lnTo>
                  <a:pt x="2366652" y="368704"/>
                </a:lnTo>
                <a:lnTo>
                  <a:pt x="2402069" y="341447"/>
                </a:lnTo>
                <a:lnTo>
                  <a:pt x="2438207" y="315102"/>
                </a:lnTo>
                <a:lnTo>
                  <a:pt x="2475050" y="289684"/>
                </a:lnTo>
                <a:lnTo>
                  <a:pt x="2512580" y="265210"/>
                </a:lnTo>
                <a:lnTo>
                  <a:pt x="2550780" y="241699"/>
                </a:lnTo>
                <a:lnTo>
                  <a:pt x="2589632" y="219168"/>
                </a:lnTo>
                <a:lnTo>
                  <a:pt x="2629120" y="197633"/>
                </a:lnTo>
                <a:lnTo>
                  <a:pt x="2669227" y="177111"/>
                </a:lnTo>
                <a:lnTo>
                  <a:pt x="2709935" y="157621"/>
                </a:lnTo>
                <a:lnTo>
                  <a:pt x="2751227" y="139178"/>
                </a:lnTo>
                <a:lnTo>
                  <a:pt x="2793085" y="121801"/>
                </a:lnTo>
                <a:lnTo>
                  <a:pt x="2835494" y="105507"/>
                </a:lnTo>
                <a:lnTo>
                  <a:pt x="2878435" y="90312"/>
                </a:lnTo>
                <a:lnTo>
                  <a:pt x="2921891" y="76233"/>
                </a:lnTo>
                <a:lnTo>
                  <a:pt x="2965845" y="63289"/>
                </a:lnTo>
                <a:lnTo>
                  <a:pt x="3010280" y="51496"/>
                </a:lnTo>
                <a:lnTo>
                  <a:pt x="3055178" y="40872"/>
                </a:lnTo>
                <a:lnTo>
                  <a:pt x="3100524" y="31432"/>
                </a:lnTo>
                <a:lnTo>
                  <a:pt x="3146298" y="23196"/>
                </a:lnTo>
                <a:lnTo>
                  <a:pt x="3192485" y="16180"/>
                </a:lnTo>
                <a:lnTo>
                  <a:pt x="3239067" y="10401"/>
                </a:lnTo>
                <a:lnTo>
                  <a:pt x="3286026" y="5876"/>
                </a:lnTo>
                <a:lnTo>
                  <a:pt x="3333346" y="2623"/>
                </a:lnTo>
                <a:lnTo>
                  <a:pt x="3381010" y="658"/>
                </a:lnTo>
                <a:lnTo>
                  <a:pt x="3428999" y="0"/>
                </a:lnTo>
                <a:lnTo>
                  <a:pt x="1714499" y="1714499"/>
                </a:lnTo>
                <a:close/>
              </a:path>
              <a:path w="3429000" h="3429000">
                <a:moveTo>
                  <a:pt x="0" y="3428999"/>
                </a:moveTo>
                <a:lnTo>
                  <a:pt x="658" y="3381010"/>
                </a:lnTo>
                <a:lnTo>
                  <a:pt x="2623" y="3333346"/>
                </a:lnTo>
                <a:lnTo>
                  <a:pt x="5876" y="3286026"/>
                </a:lnTo>
                <a:lnTo>
                  <a:pt x="10401" y="3239067"/>
                </a:lnTo>
                <a:lnTo>
                  <a:pt x="16180" y="3192485"/>
                </a:lnTo>
                <a:lnTo>
                  <a:pt x="23196" y="3146298"/>
                </a:lnTo>
                <a:lnTo>
                  <a:pt x="31433" y="3100524"/>
                </a:lnTo>
                <a:lnTo>
                  <a:pt x="40872" y="3055178"/>
                </a:lnTo>
                <a:lnTo>
                  <a:pt x="51496" y="3010280"/>
                </a:lnTo>
                <a:lnTo>
                  <a:pt x="63289" y="2965845"/>
                </a:lnTo>
                <a:lnTo>
                  <a:pt x="76233" y="2921891"/>
                </a:lnTo>
                <a:lnTo>
                  <a:pt x="90312" y="2878435"/>
                </a:lnTo>
                <a:lnTo>
                  <a:pt x="105507" y="2835494"/>
                </a:lnTo>
                <a:lnTo>
                  <a:pt x="121801" y="2793085"/>
                </a:lnTo>
                <a:lnTo>
                  <a:pt x="139178" y="2751227"/>
                </a:lnTo>
                <a:lnTo>
                  <a:pt x="157621" y="2709935"/>
                </a:lnTo>
                <a:lnTo>
                  <a:pt x="177111" y="2669227"/>
                </a:lnTo>
                <a:lnTo>
                  <a:pt x="197633" y="2629120"/>
                </a:lnTo>
                <a:lnTo>
                  <a:pt x="219168" y="2589632"/>
                </a:lnTo>
                <a:lnTo>
                  <a:pt x="241700" y="2550780"/>
                </a:lnTo>
                <a:lnTo>
                  <a:pt x="265211" y="2512580"/>
                </a:lnTo>
                <a:lnTo>
                  <a:pt x="289684" y="2475050"/>
                </a:lnTo>
                <a:lnTo>
                  <a:pt x="315102" y="2438207"/>
                </a:lnTo>
                <a:lnTo>
                  <a:pt x="341448" y="2402069"/>
                </a:lnTo>
                <a:lnTo>
                  <a:pt x="368704" y="2366652"/>
                </a:lnTo>
                <a:lnTo>
                  <a:pt x="396854" y="2331973"/>
                </a:lnTo>
                <a:lnTo>
                  <a:pt x="425880" y="2298051"/>
                </a:lnTo>
                <a:lnTo>
                  <a:pt x="455765" y="2264902"/>
                </a:lnTo>
                <a:lnTo>
                  <a:pt x="486492" y="2232543"/>
                </a:lnTo>
                <a:lnTo>
                  <a:pt x="518043" y="2200991"/>
                </a:lnTo>
                <a:lnTo>
                  <a:pt x="550402" y="2170265"/>
                </a:lnTo>
                <a:lnTo>
                  <a:pt x="583551" y="2140380"/>
                </a:lnTo>
                <a:lnTo>
                  <a:pt x="617474" y="2111353"/>
                </a:lnTo>
                <a:lnTo>
                  <a:pt x="652152" y="2083204"/>
                </a:lnTo>
                <a:lnTo>
                  <a:pt x="687569" y="2055947"/>
                </a:lnTo>
                <a:lnTo>
                  <a:pt x="723707" y="2029601"/>
                </a:lnTo>
                <a:lnTo>
                  <a:pt x="760550" y="2004183"/>
                </a:lnTo>
                <a:lnTo>
                  <a:pt x="798080" y="1979710"/>
                </a:lnTo>
                <a:lnTo>
                  <a:pt x="836280" y="1956199"/>
                </a:lnTo>
                <a:lnTo>
                  <a:pt x="875133" y="1933668"/>
                </a:lnTo>
                <a:lnTo>
                  <a:pt x="914621" y="1912133"/>
                </a:lnTo>
                <a:lnTo>
                  <a:pt x="954727" y="1891611"/>
                </a:lnTo>
                <a:lnTo>
                  <a:pt x="995435" y="1872121"/>
                </a:lnTo>
                <a:lnTo>
                  <a:pt x="1036727" y="1853678"/>
                </a:lnTo>
                <a:lnTo>
                  <a:pt x="1078586" y="1836301"/>
                </a:lnTo>
                <a:lnTo>
                  <a:pt x="1120994" y="1820006"/>
                </a:lnTo>
                <a:lnTo>
                  <a:pt x="1163935" y="1804811"/>
                </a:lnTo>
                <a:lnTo>
                  <a:pt x="1207391" y="1790733"/>
                </a:lnTo>
                <a:lnTo>
                  <a:pt x="1251345" y="1777789"/>
                </a:lnTo>
                <a:lnTo>
                  <a:pt x="1295780" y="1765996"/>
                </a:lnTo>
                <a:lnTo>
                  <a:pt x="1340679" y="1755371"/>
                </a:lnTo>
                <a:lnTo>
                  <a:pt x="1386024" y="1745932"/>
                </a:lnTo>
                <a:lnTo>
                  <a:pt x="1431799" y="1737696"/>
                </a:lnTo>
                <a:lnTo>
                  <a:pt x="1477985" y="1730680"/>
                </a:lnTo>
                <a:lnTo>
                  <a:pt x="1524567" y="1724901"/>
                </a:lnTo>
                <a:lnTo>
                  <a:pt x="1571526" y="1720376"/>
                </a:lnTo>
                <a:lnTo>
                  <a:pt x="1618846" y="1717123"/>
                </a:lnTo>
                <a:lnTo>
                  <a:pt x="1666510" y="1715158"/>
                </a:lnTo>
                <a:lnTo>
                  <a:pt x="1714499" y="1714499"/>
                </a:lnTo>
                <a:lnTo>
                  <a:pt x="0" y="342899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1715158" y="3381010"/>
                </a:lnTo>
                <a:lnTo>
                  <a:pt x="1717123" y="3333346"/>
                </a:lnTo>
                <a:lnTo>
                  <a:pt x="1720376" y="3286026"/>
                </a:lnTo>
                <a:lnTo>
                  <a:pt x="1724901" y="3239067"/>
                </a:lnTo>
                <a:lnTo>
                  <a:pt x="1730680" y="3192485"/>
                </a:lnTo>
                <a:lnTo>
                  <a:pt x="1737696" y="3146298"/>
                </a:lnTo>
                <a:lnTo>
                  <a:pt x="1745932" y="3100524"/>
                </a:lnTo>
                <a:lnTo>
                  <a:pt x="1755371" y="3055178"/>
                </a:lnTo>
                <a:lnTo>
                  <a:pt x="1765996" y="3010280"/>
                </a:lnTo>
                <a:lnTo>
                  <a:pt x="1777789" y="2965845"/>
                </a:lnTo>
                <a:lnTo>
                  <a:pt x="1790733" y="2921891"/>
                </a:lnTo>
                <a:lnTo>
                  <a:pt x="1804811" y="2878435"/>
                </a:lnTo>
                <a:lnTo>
                  <a:pt x="1820006" y="2835494"/>
                </a:lnTo>
                <a:lnTo>
                  <a:pt x="1836301" y="2793085"/>
                </a:lnTo>
                <a:lnTo>
                  <a:pt x="1853678" y="2751227"/>
                </a:lnTo>
                <a:lnTo>
                  <a:pt x="1872121" y="2709935"/>
                </a:lnTo>
                <a:lnTo>
                  <a:pt x="1891611" y="2669227"/>
                </a:lnTo>
                <a:lnTo>
                  <a:pt x="1912133" y="2629120"/>
                </a:lnTo>
                <a:lnTo>
                  <a:pt x="1933668" y="2589632"/>
                </a:lnTo>
                <a:lnTo>
                  <a:pt x="1956199" y="2550780"/>
                </a:lnTo>
                <a:lnTo>
                  <a:pt x="1979710" y="2512580"/>
                </a:lnTo>
                <a:lnTo>
                  <a:pt x="2004183" y="2475050"/>
                </a:lnTo>
                <a:lnTo>
                  <a:pt x="2029601" y="2438207"/>
                </a:lnTo>
                <a:lnTo>
                  <a:pt x="2055947" y="2402069"/>
                </a:lnTo>
                <a:lnTo>
                  <a:pt x="2083204" y="2366652"/>
                </a:lnTo>
                <a:lnTo>
                  <a:pt x="2111353" y="2331973"/>
                </a:lnTo>
                <a:lnTo>
                  <a:pt x="2140380" y="2298051"/>
                </a:lnTo>
                <a:lnTo>
                  <a:pt x="2170265" y="2264902"/>
                </a:lnTo>
                <a:lnTo>
                  <a:pt x="2200991" y="2232543"/>
                </a:lnTo>
                <a:lnTo>
                  <a:pt x="2232543" y="2200991"/>
                </a:lnTo>
                <a:lnTo>
                  <a:pt x="2264902" y="2170265"/>
                </a:lnTo>
                <a:lnTo>
                  <a:pt x="2298051" y="2140380"/>
                </a:lnTo>
                <a:lnTo>
                  <a:pt x="2331973" y="2111353"/>
                </a:lnTo>
                <a:lnTo>
                  <a:pt x="2366652" y="2083204"/>
                </a:lnTo>
                <a:lnTo>
                  <a:pt x="2402069" y="2055947"/>
                </a:lnTo>
                <a:lnTo>
                  <a:pt x="2438207" y="2029601"/>
                </a:lnTo>
                <a:lnTo>
                  <a:pt x="2475050" y="2004183"/>
                </a:lnTo>
                <a:lnTo>
                  <a:pt x="2512580" y="1979710"/>
                </a:lnTo>
                <a:lnTo>
                  <a:pt x="2550780" y="1956199"/>
                </a:lnTo>
                <a:lnTo>
                  <a:pt x="2589632" y="1933668"/>
                </a:lnTo>
                <a:lnTo>
                  <a:pt x="2629120" y="1912133"/>
                </a:lnTo>
                <a:lnTo>
                  <a:pt x="2669227" y="1891611"/>
                </a:lnTo>
                <a:lnTo>
                  <a:pt x="2709935" y="1872121"/>
                </a:lnTo>
                <a:lnTo>
                  <a:pt x="2751227" y="1853678"/>
                </a:lnTo>
                <a:lnTo>
                  <a:pt x="2793085" y="1836301"/>
                </a:lnTo>
                <a:lnTo>
                  <a:pt x="2835494" y="1820006"/>
                </a:lnTo>
                <a:lnTo>
                  <a:pt x="2878435" y="1804811"/>
                </a:lnTo>
                <a:lnTo>
                  <a:pt x="2921891" y="1790733"/>
                </a:lnTo>
                <a:lnTo>
                  <a:pt x="2965845" y="1777789"/>
                </a:lnTo>
                <a:lnTo>
                  <a:pt x="3010280" y="1765996"/>
                </a:lnTo>
                <a:lnTo>
                  <a:pt x="3055178" y="1755371"/>
                </a:lnTo>
                <a:lnTo>
                  <a:pt x="3100524" y="1745932"/>
                </a:lnTo>
                <a:lnTo>
                  <a:pt x="3146298" y="1737696"/>
                </a:lnTo>
                <a:lnTo>
                  <a:pt x="3192485" y="1730680"/>
                </a:lnTo>
                <a:lnTo>
                  <a:pt x="3239067" y="1724901"/>
                </a:lnTo>
                <a:lnTo>
                  <a:pt x="3286026" y="1720376"/>
                </a:lnTo>
                <a:lnTo>
                  <a:pt x="3333346" y="1717123"/>
                </a:lnTo>
                <a:lnTo>
                  <a:pt x="3381010" y="1715158"/>
                </a:lnTo>
                <a:lnTo>
                  <a:pt x="3428999" y="1714499"/>
                </a:lnTo>
                <a:lnTo>
                  <a:pt x="1714499" y="3428999"/>
                </a:lnTo>
                <a:close/>
              </a:path>
            </a:pathLst>
          </a:custGeom>
          <a:solidFill>
            <a:srgbClr val="783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11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6858000" h="3429000">
                <a:moveTo>
                  <a:pt x="1714487" y="1714500"/>
                </a:moveTo>
                <a:lnTo>
                  <a:pt x="0" y="3429000"/>
                </a:lnTo>
                <a:lnTo>
                  <a:pt x="1714487" y="3429000"/>
                </a:lnTo>
                <a:lnTo>
                  <a:pt x="1714487" y="1714500"/>
                </a:lnTo>
                <a:close/>
              </a:path>
              <a:path w="6858000" h="3429000">
                <a:moveTo>
                  <a:pt x="1714487" y="0"/>
                </a:moveTo>
                <a:lnTo>
                  <a:pt x="0" y="1714500"/>
                </a:lnTo>
                <a:lnTo>
                  <a:pt x="1714487" y="1714500"/>
                </a:lnTo>
                <a:lnTo>
                  <a:pt x="1714487" y="0"/>
                </a:lnTo>
                <a:close/>
              </a:path>
              <a:path w="6858000" h="3429000">
                <a:moveTo>
                  <a:pt x="6857987" y="0"/>
                </a:moveTo>
                <a:lnTo>
                  <a:pt x="3428987" y="0"/>
                </a:lnTo>
                <a:lnTo>
                  <a:pt x="1714487" y="1714500"/>
                </a:lnTo>
                <a:lnTo>
                  <a:pt x="3428987" y="1714500"/>
                </a:lnTo>
                <a:lnTo>
                  <a:pt x="1714487" y="3429000"/>
                </a:lnTo>
                <a:lnTo>
                  <a:pt x="3428987" y="3429000"/>
                </a:lnTo>
                <a:lnTo>
                  <a:pt x="6857987" y="3429000"/>
                </a:lnTo>
                <a:lnTo>
                  <a:pt x="6857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42900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857249" y="1714499"/>
                </a:moveTo>
                <a:lnTo>
                  <a:pt x="0" y="1714499"/>
                </a:lnTo>
                <a:lnTo>
                  <a:pt x="0" y="0"/>
                </a:lnTo>
                <a:lnTo>
                  <a:pt x="1714499" y="0"/>
                </a:lnTo>
                <a:lnTo>
                  <a:pt x="857249" y="857249"/>
                </a:lnTo>
                <a:lnTo>
                  <a:pt x="857249" y="1714499"/>
                </a:lnTo>
                <a:close/>
              </a:path>
              <a:path w="3429000" h="3429000">
                <a:moveTo>
                  <a:pt x="3428999" y="1714499"/>
                </a:moveTo>
                <a:lnTo>
                  <a:pt x="2571749" y="857249"/>
                </a:lnTo>
                <a:lnTo>
                  <a:pt x="1714499" y="857249"/>
                </a:lnTo>
                <a:lnTo>
                  <a:pt x="1714499" y="0"/>
                </a:lnTo>
                <a:lnTo>
                  <a:pt x="3428999" y="0"/>
                </a:lnTo>
                <a:lnTo>
                  <a:pt x="3428999" y="171449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0" y="3428999"/>
                </a:lnTo>
                <a:lnTo>
                  <a:pt x="0" y="1714499"/>
                </a:lnTo>
                <a:lnTo>
                  <a:pt x="857249" y="2571749"/>
                </a:lnTo>
                <a:lnTo>
                  <a:pt x="1714499" y="2571749"/>
                </a:lnTo>
                <a:lnTo>
                  <a:pt x="1714499" y="3428999"/>
                </a:lnTo>
                <a:close/>
              </a:path>
              <a:path w="3429000" h="3429000">
                <a:moveTo>
                  <a:pt x="3428999" y="3428999"/>
                </a:moveTo>
                <a:lnTo>
                  <a:pt x="1714499" y="3428999"/>
                </a:lnTo>
                <a:lnTo>
                  <a:pt x="2571749" y="2571749"/>
                </a:lnTo>
                <a:lnTo>
                  <a:pt x="2571749" y="1714499"/>
                </a:lnTo>
                <a:lnTo>
                  <a:pt x="3428999" y="1714499"/>
                </a:lnTo>
                <a:lnTo>
                  <a:pt x="3428999" y="3428999"/>
                </a:lnTo>
                <a:close/>
              </a:path>
            </a:pathLst>
          </a:custGeom>
          <a:solidFill>
            <a:srgbClr val="F1CB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42900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1714499" y="857249"/>
                </a:moveTo>
                <a:lnTo>
                  <a:pt x="857249" y="857249"/>
                </a:lnTo>
                <a:lnTo>
                  <a:pt x="1714499" y="0"/>
                </a:lnTo>
                <a:lnTo>
                  <a:pt x="1714499" y="85724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1714499" y="2571749"/>
                </a:lnTo>
                <a:lnTo>
                  <a:pt x="2571749" y="2571749"/>
                </a:lnTo>
                <a:lnTo>
                  <a:pt x="1714499" y="3428999"/>
                </a:lnTo>
                <a:close/>
              </a:path>
              <a:path w="3429000" h="3429000">
                <a:moveTo>
                  <a:pt x="857249" y="2571749"/>
                </a:moveTo>
                <a:lnTo>
                  <a:pt x="0" y="1714499"/>
                </a:lnTo>
                <a:lnTo>
                  <a:pt x="857249" y="1714499"/>
                </a:lnTo>
                <a:lnTo>
                  <a:pt x="857249" y="2571749"/>
                </a:lnTo>
                <a:close/>
              </a:path>
              <a:path w="3429000" h="3429000">
                <a:moveTo>
                  <a:pt x="3428999" y="1714499"/>
                </a:moveTo>
                <a:lnTo>
                  <a:pt x="2571749" y="1714499"/>
                </a:lnTo>
                <a:lnTo>
                  <a:pt x="2571749" y="857249"/>
                </a:lnTo>
                <a:lnTo>
                  <a:pt x="3428999" y="1714499"/>
                </a:lnTo>
                <a:close/>
              </a:path>
            </a:pathLst>
          </a:custGeom>
          <a:solidFill>
            <a:srgbClr val="3BC4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286249" y="857249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1714499" y="1714499"/>
                </a:moveTo>
                <a:lnTo>
                  <a:pt x="0" y="1714499"/>
                </a:lnTo>
                <a:lnTo>
                  <a:pt x="0" y="0"/>
                </a:lnTo>
                <a:lnTo>
                  <a:pt x="1714499" y="0"/>
                </a:lnTo>
                <a:lnTo>
                  <a:pt x="1714499" y="1714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6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0286999" y="0"/>
                </a:lnTo>
                <a:lnTo>
                  <a:pt x="10286999" y="10286999"/>
                </a:lnTo>
                <a:close/>
              </a:path>
            </a:pathLst>
          </a:custGeom>
          <a:solidFill>
            <a:srgbClr val="2361D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3429000"/>
            <a:ext cx="10286999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85800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3428999" y="3428999"/>
                </a:moveTo>
                <a:lnTo>
                  <a:pt x="0" y="3428999"/>
                </a:lnTo>
                <a:lnTo>
                  <a:pt x="0" y="0"/>
                </a:lnTo>
                <a:lnTo>
                  <a:pt x="3428999" y="0"/>
                </a:lnTo>
                <a:lnTo>
                  <a:pt x="3428999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85800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1714499"/>
                </a:moveTo>
                <a:lnTo>
                  <a:pt x="0" y="0"/>
                </a:lnTo>
                <a:lnTo>
                  <a:pt x="1714499" y="0"/>
                </a:lnTo>
                <a:lnTo>
                  <a:pt x="1666510" y="658"/>
                </a:lnTo>
                <a:lnTo>
                  <a:pt x="1618846" y="2623"/>
                </a:lnTo>
                <a:lnTo>
                  <a:pt x="1571526" y="5876"/>
                </a:lnTo>
                <a:lnTo>
                  <a:pt x="1524567" y="10401"/>
                </a:lnTo>
                <a:lnTo>
                  <a:pt x="1477985" y="16180"/>
                </a:lnTo>
                <a:lnTo>
                  <a:pt x="1431798" y="23196"/>
                </a:lnTo>
                <a:lnTo>
                  <a:pt x="1386024" y="31432"/>
                </a:lnTo>
                <a:lnTo>
                  <a:pt x="1340679" y="40872"/>
                </a:lnTo>
                <a:lnTo>
                  <a:pt x="1295780" y="51496"/>
                </a:lnTo>
                <a:lnTo>
                  <a:pt x="1251345" y="63289"/>
                </a:lnTo>
                <a:lnTo>
                  <a:pt x="1207391" y="76233"/>
                </a:lnTo>
                <a:lnTo>
                  <a:pt x="1163935" y="90312"/>
                </a:lnTo>
                <a:lnTo>
                  <a:pt x="1120994" y="105507"/>
                </a:lnTo>
                <a:lnTo>
                  <a:pt x="1078586" y="121801"/>
                </a:lnTo>
                <a:lnTo>
                  <a:pt x="1036727" y="139178"/>
                </a:lnTo>
                <a:lnTo>
                  <a:pt x="995435" y="157621"/>
                </a:lnTo>
                <a:lnTo>
                  <a:pt x="954727" y="177111"/>
                </a:lnTo>
                <a:lnTo>
                  <a:pt x="914621" y="197633"/>
                </a:lnTo>
                <a:lnTo>
                  <a:pt x="875132" y="219168"/>
                </a:lnTo>
                <a:lnTo>
                  <a:pt x="836280" y="241699"/>
                </a:lnTo>
                <a:lnTo>
                  <a:pt x="798080" y="265210"/>
                </a:lnTo>
                <a:lnTo>
                  <a:pt x="760550" y="289684"/>
                </a:lnTo>
                <a:lnTo>
                  <a:pt x="723707" y="315102"/>
                </a:lnTo>
                <a:lnTo>
                  <a:pt x="687569" y="341447"/>
                </a:lnTo>
                <a:lnTo>
                  <a:pt x="652152" y="368704"/>
                </a:lnTo>
                <a:lnTo>
                  <a:pt x="617474" y="396854"/>
                </a:lnTo>
                <a:lnTo>
                  <a:pt x="583551" y="425880"/>
                </a:lnTo>
                <a:lnTo>
                  <a:pt x="550402" y="455765"/>
                </a:lnTo>
                <a:lnTo>
                  <a:pt x="518043" y="486492"/>
                </a:lnTo>
                <a:lnTo>
                  <a:pt x="486492" y="518043"/>
                </a:lnTo>
                <a:lnTo>
                  <a:pt x="455765" y="550402"/>
                </a:lnTo>
                <a:lnTo>
                  <a:pt x="425880" y="583551"/>
                </a:lnTo>
                <a:lnTo>
                  <a:pt x="396854" y="617474"/>
                </a:lnTo>
                <a:lnTo>
                  <a:pt x="368704" y="652152"/>
                </a:lnTo>
                <a:lnTo>
                  <a:pt x="341447" y="687569"/>
                </a:lnTo>
                <a:lnTo>
                  <a:pt x="315102" y="723707"/>
                </a:lnTo>
                <a:lnTo>
                  <a:pt x="289684" y="760550"/>
                </a:lnTo>
                <a:lnTo>
                  <a:pt x="265210" y="798080"/>
                </a:lnTo>
                <a:lnTo>
                  <a:pt x="241699" y="836280"/>
                </a:lnTo>
                <a:lnTo>
                  <a:pt x="219168" y="875132"/>
                </a:lnTo>
                <a:lnTo>
                  <a:pt x="197633" y="914621"/>
                </a:lnTo>
                <a:lnTo>
                  <a:pt x="177111" y="954727"/>
                </a:lnTo>
                <a:lnTo>
                  <a:pt x="157621" y="995435"/>
                </a:lnTo>
                <a:lnTo>
                  <a:pt x="139178" y="1036727"/>
                </a:lnTo>
                <a:lnTo>
                  <a:pt x="121801" y="1078586"/>
                </a:lnTo>
                <a:lnTo>
                  <a:pt x="105507" y="1120994"/>
                </a:lnTo>
                <a:lnTo>
                  <a:pt x="90312" y="1163935"/>
                </a:lnTo>
                <a:lnTo>
                  <a:pt x="76233" y="1207391"/>
                </a:lnTo>
                <a:lnTo>
                  <a:pt x="63289" y="1251345"/>
                </a:lnTo>
                <a:lnTo>
                  <a:pt x="51496" y="1295780"/>
                </a:lnTo>
                <a:lnTo>
                  <a:pt x="40872" y="1340679"/>
                </a:lnTo>
                <a:lnTo>
                  <a:pt x="31432" y="1386024"/>
                </a:lnTo>
                <a:lnTo>
                  <a:pt x="23196" y="1431798"/>
                </a:lnTo>
                <a:lnTo>
                  <a:pt x="16180" y="1477985"/>
                </a:lnTo>
                <a:lnTo>
                  <a:pt x="10401" y="1524567"/>
                </a:lnTo>
                <a:lnTo>
                  <a:pt x="5876" y="1571526"/>
                </a:lnTo>
                <a:lnTo>
                  <a:pt x="2623" y="1618846"/>
                </a:lnTo>
                <a:lnTo>
                  <a:pt x="658" y="1666510"/>
                </a:lnTo>
                <a:lnTo>
                  <a:pt x="0" y="1714499"/>
                </a:lnTo>
                <a:close/>
              </a:path>
              <a:path w="3429000" h="3429000">
                <a:moveTo>
                  <a:pt x="1714499" y="1714499"/>
                </a:moveTo>
                <a:lnTo>
                  <a:pt x="1714499" y="0"/>
                </a:lnTo>
                <a:lnTo>
                  <a:pt x="3428999" y="0"/>
                </a:lnTo>
                <a:lnTo>
                  <a:pt x="3381010" y="658"/>
                </a:lnTo>
                <a:lnTo>
                  <a:pt x="3333346" y="2623"/>
                </a:lnTo>
                <a:lnTo>
                  <a:pt x="3286026" y="5876"/>
                </a:lnTo>
                <a:lnTo>
                  <a:pt x="3239067" y="10401"/>
                </a:lnTo>
                <a:lnTo>
                  <a:pt x="3192485" y="16180"/>
                </a:lnTo>
                <a:lnTo>
                  <a:pt x="3146298" y="23196"/>
                </a:lnTo>
                <a:lnTo>
                  <a:pt x="3100524" y="31432"/>
                </a:lnTo>
                <a:lnTo>
                  <a:pt x="3055178" y="40872"/>
                </a:lnTo>
                <a:lnTo>
                  <a:pt x="3010280" y="51496"/>
                </a:lnTo>
                <a:lnTo>
                  <a:pt x="2965845" y="63289"/>
                </a:lnTo>
                <a:lnTo>
                  <a:pt x="2921891" y="76233"/>
                </a:lnTo>
                <a:lnTo>
                  <a:pt x="2878435" y="90312"/>
                </a:lnTo>
                <a:lnTo>
                  <a:pt x="2835494" y="105507"/>
                </a:lnTo>
                <a:lnTo>
                  <a:pt x="2793085" y="121801"/>
                </a:lnTo>
                <a:lnTo>
                  <a:pt x="2751227" y="139178"/>
                </a:lnTo>
                <a:lnTo>
                  <a:pt x="2709935" y="157621"/>
                </a:lnTo>
                <a:lnTo>
                  <a:pt x="2669227" y="177111"/>
                </a:lnTo>
                <a:lnTo>
                  <a:pt x="2629120" y="197633"/>
                </a:lnTo>
                <a:lnTo>
                  <a:pt x="2589632" y="219168"/>
                </a:lnTo>
                <a:lnTo>
                  <a:pt x="2550780" y="241699"/>
                </a:lnTo>
                <a:lnTo>
                  <a:pt x="2512580" y="265210"/>
                </a:lnTo>
                <a:lnTo>
                  <a:pt x="2475050" y="289684"/>
                </a:lnTo>
                <a:lnTo>
                  <a:pt x="2438207" y="315102"/>
                </a:lnTo>
                <a:lnTo>
                  <a:pt x="2402069" y="341447"/>
                </a:lnTo>
                <a:lnTo>
                  <a:pt x="2366652" y="368704"/>
                </a:lnTo>
                <a:lnTo>
                  <a:pt x="2331973" y="396854"/>
                </a:lnTo>
                <a:lnTo>
                  <a:pt x="2298051" y="425880"/>
                </a:lnTo>
                <a:lnTo>
                  <a:pt x="2264902" y="455765"/>
                </a:lnTo>
                <a:lnTo>
                  <a:pt x="2232543" y="486492"/>
                </a:lnTo>
                <a:lnTo>
                  <a:pt x="2200991" y="518043"/>
                </a:lnTo>
                <a:lnTo>
                  <a:pt x="2170265" y="550402"/>
                </a:lnTo>
                <a:lnTo>
                  <a:pt x="2140380" y="583551"/>
                </a:lnTo>
                <a:lnTo>
                  <a:pt x="2111353" y="617474"/>
                </a:lnTo>
                <a:lnTo>
                  <a:pt x="2083204" y="652152"/>
                </a:lnTo>
                <a:lnTo>
                  <a:pt x="2055947" y="687569"/>
                </a:lnTo>
                <a:lnTo>
                  <a:pt x="2029601" y="723707"/>
                </a:lnTo>
                <a:lnTo>
                  <a:pt x="2004183" y="760550"/>
                </a:lnTo>
                <a:lnTo>
                  <a:pt x="1979710" y="798080"/>
                </a:lnTo>
                <a:lnTo>
                  <a:pt x="1956199" y="836280"/>
                </a:lnTo>
                <a:lnTo>
                  <a:pt x="1933668" y="875132"/>
                </a:lnTo>
                <a:lnTo>
                  <a:pt x="1912133" y="914621"/>
                </a:lnTo>
                <a:lnTo>
                  <a:pt x="1891611" y="954727"/>
                </a:lnTo>
                <a:lnTo>
                  <a:pt x="1872121" y="995435"/>
                </a:lnTo>
                <a:lnTo>
                  <a:pt x="1853678" y="1036727"/>
                </a:lnTo>
                <a:lnTo>
                  <a:pt x="1836301" y="1078586"/>
                </a:lnTo>
                <a:lnTo>
                  <a:pt x="1820006" y="1120994"/>
                </a:lnTo>
                <a:lnTo>
                  <a:pt x="1804811" y="1163935"/>
                </a:lnTo>
                <a:lnTo>
                  <a:pt x="1790733" y="1207391"/>
                </a:lnTo>
                <a:lnTo>
                  <a:pt x="1777789" y="1251345"/>
                </a:lnTo>
                <a:lnTo>
                  <a:pt x="1765996" y="1295780"/>
                </a:lnTo>
                <a:lnTo>
                  <a:pt x="1755371" y="1340679"/>
                </a:lnTo>
                <a:lnTo>
                  <a:pt x="1745932" y="1386024"/>
                </a:lnTo>
                <a:lnTo>
                  <a:pt x="1737696" y="1431798"/>
                </a:lnTo>
                <a:lnTo>
                  <a:pt x="1730680" y="1477985"/>
                </a:lnTo>
                <a:lnTo>
                  <a:pt x="1724901" y="1524567"/>
                </a:lnTo>
                <a:lnTo>
                  <a:pt x="1720376" y="1571526"/>
                </a:lnTo>
                <a:lnTo>
                  <a:pt x="1717123" y="1618846"/>
                </a:lnTo>
                <a:lnTo>
                  <a:pt x="1715158" y="1666510"/>
                </a:lnTo>
                <a:lnTo>
                  <a:pt x="1714499" y="1714499"/>
                </a:lnTo>
                <a:close/>
              </a:path>
              <a:path w="3429000" h="3429000">
                <a:moveTo>
                  <a:pt x="0" y="3428999"/>
                </a:moveTo>
                <a:lnTo>
                  <a:pt x="0" y="1714499"/>
                </a:lnTo>
                <a:lnTo>
                  <a:pt x="1714499" y="1714499"/>
                </a:lnTo>
                <a:lnTo>
                  <a:pt x="1666510" y="1715158"/>
                </a:lnTo>
                <a:lnTo>
                  <a:pt x="1618846" y="1717123"/>
                </a:lnTo>
                <a:lnTo>
                  <a:pt x="1571526" y="1720376"/>
                </a:lnTo>
                <a:lnTo>
                  <a:pt x="1524567" y="1724901"/>
                </a:lnTo>
                <a:lnTo>
                  <a:pt x="1477985" y="1730680"/>
                </a:lnTo>
                <a:lnTo>
                  <a:pt x="1431798" y="1737696"/>
                </a:lnTo>
                <a:lnTo>
                  <a:pt x="1386024" y="1745932"/>
                </a:lnTo>
                <a:lnTo>
                  <a:pt x="1340679" y="1755371"/>
                </a:lnTo>
                <a:lnTo>
                  <a:pt x="1295780" y="1765996"/>
                </a:lnTo>
                <a:lnTo>
                  <a:pt x="1251345" y="1777789"/>
                </a:lnTo>
                <a:lnTo>
                  <a:pt x="1207391" y="1790733"/>
                </a:lnTo>
                <a:lnTo>
                  <a:pt x="1163935" y="1804811"/>
                </a:lnTo>
                <a:lnTo>
                  <a:pt x="1120994" y="1820006"/>
                </a:lnTo>
                <a:lnTo>
                  <a:pt x="1078586" y="1836301"/>
                </a:lnTo>
                <a:lnTo>
                  <a:pt x="1036727" y="1853678"/>
                </a:lnTo>
                <a:lnTo>
                  <a:pt x="995435" y="1872121"/>
                </a:lnTo>
                <a:lnTo>
                  <a:pt x="954727" y="1891611"/>
                </a:lnTo>
                <a:lnTo>
                  <a:pt x="914621" y="1912133"/>
                </a:lnTo>
                <a:lnTo>
                  <a:pt x="875132" y="1933668"/>
                </a:lnTo>
                <a:lnTo>
                  <a:pt x="836280" y="1956199"/>
                </a:lnTo>
                <a:lnTo>
                  <a:pt x="798080" y="1979710"/>
                </a:lnTo>
                <a:lnTo>
                  <a:pt x="760550" y="2004183"/>
                </a:lnTo>
                <a:lnTo>
                  <a:pt x="723707" y="2029601"/>
                </a:lnTo>
                <a:lnTo>
                  <a:pt x="687569" y="2055947"/>
                </a:lnTo>
                <a:lnTo>
                  <a:pt x="652152" y="2083204"/>
                </a:lnTo>
                <a:lnTo>
                  <a:pt x="617474" y="2111353"/>
                </a:lnTo>
                <a:lnTo>
                  <a:pt x="583551" y="2140380"/>
                </a:lnTo>
                <a:lnTo>
                  <a:pt x="550402" y="2170265"/>
                </a:lnTo>
                <a:lnTo>
                  <a:pt x="518043" y="2200991"/>
                </a:lnTo>
                <a:lnTo>
                  <a:pt x="486492" y="2232543"/>
                </a:lnTo>
                <a:lnTo>
                  <a:pt x="455765" y="2264902"/>
                </a:lnTo>
                <a:lnTo>
                  <a:pt x="425880" y="2298051"/>
                </a:lnTo>
                <a:lnTo>
                  <a:pt x="396854" y="2331973"/>
                </a:lnTo>
                <a:lnTo>
                  <a:pt x="368704" y="2366652"/>
                </a:lnTo>
                <a:lnTo>
                  <a:pt x="341447" y="2402069"/>
                </a:lnTo>
                <a:lnTo>
                  <a:pt x="315102" y="2438207"/>
                </a:lnTo>
                <a:lnTo>
                  <a:pt x="289684" y="2475050"/>
                </a:lnTo>
                <a:lnTo>
                  <a:pt x="265210" y="2512580"/>
                </a:lnTo>
                <a:lnTo>
                  <a:pt x="241699" y="2550780"/>
                </a:lnTo>
                <a:lnTo>
                  <a:pt x="219168" y="2589632"/>
                </a:lnTo>
                <a:lnTo>
                  <a:pt x="197633" y="2629120"/>
                </a:lnTo>
                <a:lnTo>
                  <a:pt x="177111" y="2669227"/>
                </a:lnTo>
                <a:lnTo>
                  <a:pt x="157621" y="2709935"/>
                </a:lnTo>
                <a:lnTo>
                  <a:pt x="139178" y="2751227"/>
                </a:lnTo>
                <a:lnTo>
                  <a:pt x="121801" y="2793085"/>
                </a:lnTo>
                <a:lnTo>
                  <a:pt x="105507" y="2835494"/>
                </a:lnTo>
                <a:lnTo>
                  <a:pt x="90312" y="2878435"/>
                </a:lnTo>
                <a:lnTo>
                  <a:pt x="76233" y="2921891"/>
                </a:lnTo>
                <a:lnTo>
                  <a:pt x="63289" y="2965845"/>
                </a:lnTo>
                <a:lnTo>
                  <a:pt x="51496" y="3010280"/>
                </a:lnTo>
                <a:lnTo>
                  <a:pt x="40872" y="3055178"/>
                </a:lnTo>
                <a:lnTo>
                  <a:pt x="31432" y="3100524"/>
                </a:lnTo>
                <a:lnTo>
                  <a:pt x="23196" y="3146298"/>
                </a:lnTo>
                <a:lnTo>
                  <a:pt x="16180" y="3192485"/>
                </a:lnTo>
                <a:lnTo>
                  <a:pt x="10401" y="3239067"/>
                </a:lnTo>
                <a:lnTo>
                  <a:pt x="5876" y="3286026"/>
                </a:lnTo>
                <a:lnTo>
                  <a:pt x="2623" y="3333346"/>
                </a:lnTo>
                <a:lnTo>
                  <a:pt x="658" y="3381010"/>
                </a:lnTo>
                <a:lnTo>
                  <a:pt x="0" y="342899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1714499" y="1714499"/>
                </a:lnTo>
                <a:lnTo>
                  <a:pt x="3428999" y="1714499"/>
                </a:lnTo>
                <a:lnTo>
                  <a:pt x="3381010" y="1715158"/>
                </a:lnTo>
                <a:lnTo>
                  <a:pt x="3333346" y="1717123"/>
                </a:lnTo>
                <a:lnTo>
                  <a:pt x="3286026" y="1720376"/>
                </a:lnTo>
                <a:lnTo>
                  <a:pt x="3239067" y="1724901"/>
                </a:lnTo>
                <a:lnTo>
                  <a:pt x="3192485" y="1730680"/>
                </a:lnTo>
                <a:lnTo>
                  <a:pt x="3146298" y="1737696"/>
                </a:lnTo>
                <a:lnTo>
                  <a:pt x="3100524" y="1745932"/>
                </a:lnTo>
                <a:lnTo>
                  <a:pt x="3055178" y="1755371"/>
                </a:lnTo>
                <a:lnTo>
                  <a:pt x="3010280" y="1765996"/>
                </a:lnTo>
                <a:lnTo>
                  <a:pt x="2965845" y="1777789"/>
                </a:lnTo>
                <a:lnTo>
                  <a:pt x="2921891" y="1790733"/>
                </a:lnTo>
                <a:lnTo>
                  <a:pt x="2878435" y="1804811"/>
                </a:lnTo>
                <a:lnTo>
                  <a:pt x="2835494" y="1820006"/>
                </a:lnTo>
                <a:lnTo>
                  <a:pt x="2793085" y="1836301"/>
                </a:lnTo>
                <a:lnTo>
                  <a:pt x="2751227" y="1853678"/>
                </a:lnTo>
                <a:lnTo>
                  <a:pt x="2709935" y="1872121"/>
                </a:lnTo>
                <a:lnTo>
                  <a:pt x="2669227" y="1891611"/>
                </a:lnTo>
                <a:lnTo>
                  <a:pt x="2629120" y="1912133"/>
                </a:lnTo>
                <a:lnTo>
                  <a:pt x="2589632" y="1933668"/>
                </a:lnTo>
                <a:lnTo>
                  <a:pt x="2550780" y="1956199"/>
                </a:lnTo>
                <a:lnTo>
                  <a:pt x="2512580" y="1979710"/>
                </a:lnTo>
                <a:lnTo>
                  <a:pt x="2475050" y="2004183"/>
                </a:lnTo>
                <a:lnTo>
                  <a:pt x="2438207" y="2029601"/>
                </a:lnTo>
                <a:lnTo>
                  <a:pt x="2402069" y="2055947"/>
                </a:lnTo>
                <a:lnTo>
                  <a:pt x="2366652" y="2083204"/>
                </a:lnTo>
                <a:lnTo>
                  <a:pt x="2331973" y="2111353"/>
                </a:lnTo>
                <a:lnTo>
                  <a:pt x="2298051" y="2140380"/>
                </a:lnTo>
                <a:lnTo>
                  <a:pt x="2264902" y="2170265"/>
                </a:lnTo>
                <a:lnTo>
                  <a:pt x="2232543" y="2200991"/>
                </a:lnTo>
                <a:lnTo>
                  <a:pt x="2200991" y="2232543"/>
                </a:lnTo>
                <a:lnTo>
                  <a:pt x="2170265" y="2264902"/>
                </a:lnTo>
                <a:lnTo>
                  <a:pt x="2140380" y="2298051"/>
                </a:lnTo>
                <a:lnTo>
                  <a:pt x="2111353" y="2331973"/>
                </a:lnTo>
                <a:lnTo>
                  <a:pt x="2083204" y="2366652"/>
                </a:lnTo>
                <a:lnTo>
                  <a:pt x="2055947" y="2402069"/>
                </a:lnTo>
                <a:lnTo>
                  <a:pt x="2029601" y="2438207"/>
                </a:lnTo>
                <a:lnTo>
                  <a:pt x="2004183" y="2475050"/>
                </a:lnTo>
                <a:lnTo>
                  <a:pt x="1979710" y="2512580"/>
                </a:lnTo>
                <a:lnTo>
                  <a:pt x="1956199" y="2550780"/>
                </a:lnTo>
                <a:lnTo>
                  <a:pt x="1933668" y="2589632"/>
                </a:lnTo>
                <a:lnTo>
                  <a:pt x="1912133" y="2629120"/>
                </a:lnTo>
                <a:lnTo>
                  <a:pt x="1891611" y="2669227"/>
                </a:lnTo>
                <a:lnTo>
                  <a:pt x="1872121" y="2709935"/>
                </a:lnTo>
                <a:lnTo>
                  <a:pt x="1853678" y="2751227"/>
                </a:lnTo>
                <a:lnTo>
                  <a:pt x="1836301" y="2793085"/>
                </a:lnTo>
                <a:lnTo>
                  <a:pt x="1820006" y="2835494"/>
                </a:lnTo>
                <a:lnTo>
                  <a:pt x="1804811" y="2878435"/>
                </a:lnTo>
                <a:lnTo>
                  <a:pt x="1790733" y="2921891"/>
                </a:lnTo>
                <a:lnTo>
                  <a:pt x="1777789" y="2965845"/>
                </a:lnTo>
                <a:lnTo>
                  <a:pt x="1765996" y="3010280"/>
                </a:lnTo>
                <a:lnTo>
                  <a:pt x="1755371" y="3055178"/>
                </a:lnTo>
                <a:lnTo>
                  <a:pt x="1745932" y="3100524"/>
                </a:lnTo>
                <a:lnTo>
                  <a:pt x="1737696" y="3146298"/>
                </a:lnTo>
                <a:lnTo>
                  <a:pt x="1730680" y="3192485"/>
                </a:lnTo>
                <a:lnTo>
                  <a:pt x="1724901" y="3239067"/>
                </a:lnTo>
                <a:lnTo>
                  <a:pt x="1720376" y="3286026"/>
                </a:lnTo>
                <a:lnTo>
                  <a:pt x="1717123" y="3333346"/>
                </a:lnTo>
                <a:lnTo>
                  <a:pt x="1715158" y="3381010"/>
                </a:lnTo>
                <a:lnTo>
                  <a:pt x="1714499" y="3428999"/>
                </a:lnTo>
                <a:close/>
              </a:path>
            </a:pathLst>
          </a:custGeom>
          <a:solidFill>
            <a:srgbClr val="F1CB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685800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1714499"/>
                </a:moveTo>
                <a:lnTo>
                  <a:pt x="658" y="1666510"/>
                </a:lnTo>
                <a:lnTo>
                  <a:pt x="2623" y="1618846"/>
                </a:lnTo>
                <a:lnTo>
                  <a:pt x="5876" y="1571526"/>
                </a:lnTo>
                <a:lnTo>
                  <a:pt x="10401" y="1524567"/>
                </a:lnTo>
                <a:lnTo>
                  <a:pt x="16180" y="1477985"/>
                </a:lnTo>
                <a:lnTo>
                  <a:pt x="23196" y="1431798"/>
                </a:lnTo>
                <a:lnTo>
                  <a:pt x="31432" y="1386024"/>
                </a:lnTo>
                <a:lnTo>
                  <a:pt x="40872" y="1340679"/>
                </a:lnTo>
                <a:lnTo>
                  <a:pt x="51496" y="1295780"/>
                </a:lnTo>
                <a:lnTo>
                  <a:pt x="63289" y="1251345"/>
                </a:lnTo>
                <a:lnTo>
                  <a:pt x="76233" y="1207391"/>
                </a:lnTo>
                <a:lnTo>
                  <a:pt x="90312" y="1163935"/>
                </a:lnTo>
                <a:lnTo>
                  <a:pt x="105507" y="1120994"/>
                </a:lnTo>
                <a:lnTo>
                  <a:pt x="121801" y="1078586"/>
                </a:lnTo>
                <a:lnTo>
                  <a:pt x="139178" y="1036727"/>
                </a:lnTo>
                <a:lnTo>
                  <a:pt x="157621" y="995435"/>
                </a:lnTo>
                <a:lnTo>
                  <a:pt x="177111" y="954727"/>
                </a:lnTo>
                <a:lnTo>
                  <a:pt x="197633" y="914621"/>
                </a:lnTo>
                <a:lnTo>
                  <a:pt x="219168" y="875132"/>
                </a:lnTo>
                <a:lnTo>
                  <a:pt x="241699" y="836280"/>
                </a:lnTo>
                <a:lnTo>
                  <a:pt x="265210" y="798080"/>
                </a:lnTo>
                <a:lnTo>
                  <a:pt x="289684" y="760550"/>
                </a:lnTo>
                <a:lnTo>
                  <a:pt x="315102" y="723707"/>
                </a:lnTo>
                <a:lnTo>
                  <a:pt x="341447" y="687569"/>
                </a:lnTo>
                <a:lnTo>
                  <a:pt x="368704" y="652152"/>
                </a:lnTo>
                <a:lnTo>
                  <a:pt x="396854" y="617474"/>
                </a:lnTo>
                <a:lnTo>
                  <a:pt x="425880" y="583551"/>
                </a:lnTo>
                <a:lnTo>
                  <a:pt x="455765" y="550402"/>
                </a:lnTo>
                <a:lnTo>
                  <a:pt x="486492" y="518043"/>
                </a:lnTo>
                <a:lnTo>
                  <a:pt x="518043" y="486492"/>
                </a:lnTo>
                <a:lnTo>
                  <a:pt x="550402" y="455765"/>
                </a:lnTo>
                <a:lnTo>
                  <a:pt x="583551" y="425880"/>
                </a:lnTo>
                <a:lnTo>
                  <a:pt x="617474" y="396854"/>
                </a:lnTo>
                <a:lnTo>
                  <a:pt x="652152" y="368704"/>
                </a:lnTo>
                <a:lnTo>
                  <a:pt x="687569" y="341447"/>
                </a:lnTo>
                <a:lnTo>
                  <a:pt x="723707" y="315102"/>
                </a:lnTo>
                <a:lnTo>
                  <a:pt x="760550" y="289684"/>
                </a:lnTo>
                <a:lnTo>
                  <a:pt x="798080" y="265210"/>
                </a:lnTo>
                <a:lnTo>
                  <a:pt x="836280" y="241699"/>
                </a:lnTo>
                <a:lnTo>
                  <a:pt x="875132" y="219168"/>
                </a:lnTo>
                <a:lnTo>
                  <a:pt x="914621" y="197633"/>
                </a:lnTo>
                <a:lnTo>
                  <a:pt x="954727" y="177111"/>
                </a:lnTo>
                <a:lnTo>
                  <a:pt x="995435" y="157621"/>
                </a:lnTo>
                <a:lnTo>
                  <a:pt x="1036727" y="139178"/>
                </a:lnTo>
                <a:lnTo>
                  <a:pt x="1078586" y="121801"/>
                </a:lnTo>
                <a:lnTo>
                  <a:pt x="1120994" y="105507"/>
                </a:lnTo>
                <a:lnTo>
                  <a:pt x="1163935" y="90312"/>
                </a:lnTo>
                <a:lnTo>
                  <a:pt x="1207391" y="76233"/>
                </a:lnTo>
                <a:lnTo>
                  <a:pt x="1251345" y="63289"/>
                </a:lnTo>
                <a:lnTo>
                  <a:pt x="1295780" y="51496"/>
                </a:lnTo>
                <a:lnTo>
                  <a:pt x="1340679" y="40872"/>
                </a:lnTo>
                <a:lnTo>
                  <a:pt x="1386024" y="31432"/>
                </a:lnTo>
                <a:lnTo>
                  <a:pt x="1431798" y="23196"/>
                </a:lnTo>
                <a:lnTo>
                  <a:pt x="1477985" y="16180"/>
                </a:lnTo>
                <a:lnTo>
                  <a:pt x="1524567" y="10401"/>
                </a:lnTo>
                <a:lnTo>
                  <a:pt x="1571526" y="5876"/>
                </a:lnTo>
                <a:lnTo>
                  <a:pt x="1618846" y="2623"/>
                </a:lnTo>
                <a:lnTo>
                  <a:pt x="1666510" y="658"/>
                </a:lnTo>
                <a:lnTo>
                  <a:pt x="1714499" y="0"/>
                </a:lnTo>
                <a:lnTo>
                  <a:pt x="0" y="1714499"/>
                </a:lnTo>
                <a:close/>
              </a:path>
              <a:path w="3429000" h="3429000">
                <a:moveTo>
                  <a:pt x="1714499" y="1714499"/>
                </a:moveTo>
                <a:lnTo>
                  <a:pt x="1715158" y="1666510"/>
                </a:lnTo>
                <a:lnTo>
                  <a:pt x="1717123" y="1618846"/>
                </a:lnTo>
                <a:lnTo>
                  <a:pt x="1720376" y="1571526"/>
                </a:lnTo>
                <a:lnTo>
                  <a:pt x="1724901" y="1524567"/>
                </a:lnTo>
                <a:lnTo>
                  <a:pt x="1730680" y="1477985"/>
                </a:lnTo>
                <a:lnTo>
                  <a:pt x="1737696" y="1431798"/>
                </a:lnTo>
                <a:lnTo>
                  <a:pt x="1745932" y="1386024"/>
                </a:lnTo>
                <a:lnTo>
                  <a:pt x="1755371" y="1340679"/>
                </a:lnTo>
                <a:lnTo>
                  <a:pt x="1765996" y="1295780"/>
                </a:lnTo>
                <a:lnTo>
                  <a:pt x="1777789" y="1251345"/>
                </a:lnTo>
                <a:lnTo>
                  <a:pt x="1790733" y="1207391"/>
                </a:lnTo>
                <a:lnTo>
                  <a:pt x="1804811" y="1163935"/>
                </a:lnTo>
                <a:lnTo>
                  <a:pt x="1820006" y="1120994"/>
                </a:lnTo>
                <a:lnTo>
                  <a:pt x="1836301" y="1078586"/>
                </a:lnTo>
                <a:lnTo>
                  <a:pt x="1853678" y="1036727"/>
                </a:lnTo>
                <a:lnTo>
                  <a:pt x="1872121" y="995435"/>
                </a:lnTo>
                <a:lnTo>
                  <a:pt x="1891611" y="954727"/>
                </a:lnTo>
                <a:lnTo>
                  <a:pt x="1912133" y="914621"/>
                </a:lnTo>
                <a:lnTo>
                  <a:pt x="1933668" y="875132"/>
                </a:lnTo>
                <a:lnTo>
                  <a:pt x="1956199" y="836280"/>
                </a:lnTo>
                <a:lnTo>
                  <a:pt x="1979710" y="798080"/>
                </a:lnTo>
                <a:lnTo>
                  <a:pt x="2004183" y="760550"/>
                </a:lnTo>
                <a:lnTo>
                  <a:pt x="2029601" y="723707"/>
                </a:lnTo>
                <a:lnTo>
                  <a:pt x="2055947" y="687569"/>
                </a:lnTo>
                <a:lnTo>
                  <a:pt x="2083204" y="652152"/>
                </a:lnTo>
                <a:lnTo>
                  <a:pt x="2111353" y="617474"/>
                </a:lnTo>
                <a:lnTo>
                  <a:pt x="2140380" y="583551"/>
                </a:lnTo>
                <a:lnTo>
                  <a:pt x="2170265" y="550402"/>
                </a:lnTo>
                <a:lnTo>
                  <a:pt x="2200991" y="518043"/>
                </a:lnTo>
                <a:lnTo>
                  <a:pt x="2232543" y="486492"/>
                </a:lnTo>
                <a:lnTo>
                  <a:pt x="2264902" y="455765"/>
                </a:lnTo>
                <a:lnTo>
                  <a:pt x="2298051" y="425880"/>
                </a:lnTo>
                <a:lnTo>
                  <a:pt x="2331973" y="396854"/>
                </a:lnTo>
                <a:lnTo>
                  <a:pt x="2366652" y="368704"/>
                </a:lnTo>
                <a:lnTo>
                  <a:pt x="2402069" y="341447"/>
                </a:lnTo>
                <a:lnTo>
                  <a:pt x="2438207" y="315102"/>
                </a:lnTo>
                <a:lnTo>
                  <a:pt x="2475050" y="289684"/>
                </a:lnTo>
                <a:lnTo>
                  <a:pt x="2512580" y="265210"/>
                </a:lnTo>
                <a:lnTo>
                  <a:pt x="2550780" y="241699"/>
                </a:lnTo>
                <a:lnTo>
                  <a:pt x="2589632" y="219168"/>
                </a:lnTo>
                <a:lnTo>
                  <a:pt x="2629120" y="197633"/>
                </a:lnTo>
                <a:lnTo>
                  <a:pt x="2669227" y="177111"/>
                </a:lnTo>
                <a:lnTo>
                  <a:pt x="2709935" y="157621"/>
                </a:lnTo>
                <a:lnTo>
                  <a:pt x="2751227" y="139178"/>
                </a:lnTo>
                <a:lnTo>
                  <a:pt x="2793085" y="121801"/>
                </a:lnTo>
                <a:lnTo>
                  <a:pt x="2835494" y="105507"/>
                </a:lnTo>
                <a:lnTo>
                  <a:pt x="2878435" y="90312"/>
                </a:lnTo>
                <a:lnTo>
                  <a:pt x="2921891" y="76233"/>
                </a:lnTo>
                <a:lnTo>
                  <a:pt x="2965845" y="63289"/>
                </a:lnTo>
                <a:lnTo>
                  <a:pt x="3010280" y="51496"/>
                </a:lnTo>
                <a:lnTo>
                  <a:pt x="3055178" y="40872"/>
                </a:lnTo>
                <a:lnTo>
                  <a:pt x="3100524" y="31432"/>
                </a:lnTo>
                <a:lnTo>
                  <a:pt x="3146298" y="23196"/>
                </a:lnTo>
                <a:lnTo>
                  <a:pt x="3192485" y="16180"/>
                </a:lnTo>
                <a:lnTo>
                  <a:pt x="3239067" y="10401"/>
                </a:lnTo>
                <a:lnTo>
                  <a:pt x="3286026" y="5876"/>
                </a:lnTo>
                <a:lnTo>
                  <a:pt x="3333346" y="2623"/>
                </a:lnTo>
                <a:lnTo>
                  <a:pt x="3381010" y="658"/>
                </a:lnTo>
                <a:lnTo>
                  <a:pt x="3428999" y="0"/>
                </a:lnTo>
                <a:lnTo>
                  <a:pt x="1714499" y="1714499"/>
                </a:lnTo>
                <a:close/>
              </a:path>
              <a:path w="3429000" h="3429000">
                <a:moveTo>
                  <a:pt x="0" y="3428999"/>
                </a:moveTo>
                <a:lnTo>
                  <a:pt x="658" y="3381010"/>
                </a:lnTo>
                <a:lnTo>
                  <a:pt x="2623" y="3333346"/>
                </a:lnTo>
                <a:lnTo>
                  <a:pt x="5876" y="3286026"/>
                </a:lnTo>
                <a:lnTo>
                  <a:pt x="10401" y="3239067"/>
                </a:lnTo>
                <a:lnTo>
                  <a:pt x="16180" y="3192485"/>
                </a:lnTo>
                <a:lnTo>
                  <a:pt x="23196" y="3146298"/>
                </a:lnTo>
                <a:lnTo>
                  <a:pt x="31433" y="3100524"/>
                </a:lnTo>
                <a:lnTo>
                  <a:pt x="40872" y="3055178"/>
                </a:lnTo>
                <a:lnTo>
                  <a:pt x="51496" y="3010280"/>
                </a:lnTo>
                <a:lnTo>
                  <a:pt x="63289" y="2965845"/>
                </a:lnTo>
                <a:lnTo>
                  <a:pt x="76233" y="2921891"/>
                </a:lnTo>
                <a:lnTo>
                  <a:pt x="90312" y="2878435"/>
                </a:lnTo>
                <a:lnTo>
                  <a:pt x="105507" y="2835494"/>
                </a:lnTo>
                <a:lnTo>
                  <a:pt x="121801" y="2793085"/>
                </a:lnTo>
                <a:lnTo>
                  <a:pt x="139178" y="2751227"/>
                </a:lnTo>
                <a:lnTo>
                  <a:pt x="157621" y="2709935"/>
                </a:lnTo>
                <a:lnTo>
                  <a:pt x="177111" y="2669227"/>
                </a:lnTo>
                <a:lnTo>
                  <a:pt x="197633" y="2629120"/>
                </a:lnTo>
                <a:lnTo>
                  <a:pt x="219168" y="2589632"/>
                </a:lnTo>
                <a:lnTo>
                  <a:pt x="241700" y="2550780"/>
                </a:lnTo>
                <a:lnTo>
                  <a:pt x="265211" y="2512580"/>
                </a:lnTo>
                <a:lnTo>
                  <a:pt x="289684" y="2475050"/>
                </a:lnTo>
                <a:lnTo>
                  <a:pt x="315102" y="2438207"/>
                </a:lnTo>
                <a:lnTo>
                  <a:pt x="341448" y="2402069"/>
                </a:lnTo>
                <a:lnTo>
                  <a:pt x="368704" y="2366652"/>
                </a:lnTo>
                <a:lnTo>
                  <a:pt x="396854" y="2331973"/>
                </a:lnTo>
                <a:lnTo>
                  <a:pt x="425880" y="2298051"/>
                </a:lnTo>
                <a:lnTo>
                  <a:pt x="455765" y="2264902"/>
                </a:lnTo>
                <a:lnTo>
                  <a:pt x="486492" y="2232543"/>
                </a:lnTo>
                <a:lnTo>
                  <a:pt x="518043" y="2200991"/>
                </a:lnTo>
                <a:lnTo>
                  <a:pt x="550402" y="2170265"/>
                </a:lnTo>
                <a:lnTo>
                  <a:pt x="583551" y="2140380"/>
                </a:lnTo>
                <a:lnTo>
                  <a:pt x="617474" y="2111353"/>
                </a:lnTo>
                <a:lnTo>
                  <a:pt x="652152" y="2083204"/>
                </a:lnTo>
                <a:lnTo>
                  <a:pt x="687569" y="2055947"/>
                </a:lnTo>
                <a:lnTo>
                  <a:pt x="723707" y="2029601"/>
                </a:lnTo>
                <a:lnTo>
                  <a:pt x="760550" y="2004183"/>
                </a:lnTo>
                <a:lnTo>
                  <a:pt x="798080" y="1979710"/>
                </a:lnTo>
                <a:lnTo>
                  <a:pt x="836280" y="1956199"/>
                </a:lnTo>
                <a:lnTo>
                  <a:pt x="875133" y="1933668"/>
                </a:lnTo>
                <a:lnTo>
                  <a:pt x="914621" y="1912133"/>
                </a:lnTo>
                <a:lnTo>
                  <a:pt x="954727" y="1891611"/>
                </a:lnTo>
                <a:lnTo>
                  <a:pt x="995435" y="1872121"/>
                </a:lnTo>
                <a:lnTo>
                  <a:pt x="1036727" y="1853678"/>
                </a:lnTo>
                <a:lnTo>
                  <a:pt x="1078586" y="1836301"/>
                </a:lnTo>
                <a:lnTo>
                  <a:pt x="1120994" y="1820006"/>
                </a:lnTo>
                <a:lnTo>
                  <a:pt x="1163935" y="1804811"/>
                </a:lnTo>
                <a:lnTo>
                  <a:pt x="1207391" y="1790733"/>
                </a:lnTo>
                <a:lnTo>
                  <a:pt x="1251345" y="1777789"/>
                </a:lnTo>
                <a:lnTo>
                  <a:pt x="1295780" y="1765996"/>
                </a:lnTo>
                <a:lnTo>
                  <a:pt x="1340679" y="1755371"/>
                </a:lnTo>
                <a:lnTo>
                  <a:pt x="1386024" y="1745932"/>
                </a:lnTo>
                <a:lnTo>
                  <a:pt x="1431799" y="1737696"/>
                </a:lnTo>
                <a:lnTo>
                  <a:pt x="1477985" y="1730680"/>
                </a:lnTo>
                <a:lnTo>
                  <a:pt x="1524567" y="1724901"/>
                </a:lnTo>
                <a:lnTo>
                  <a:pt x="1571526" y="1720376"/>
                </a:lnTo>
                <a:lnTo>
                  <a:pt x="1618846" y="1717123"/>
                </a:lnTo>
                <a:lnTo>
                  <a:pt x="1666510" y="1715158"/>
                </a:lnTo>
                <a:lnTo>
                  <a:pt x="1714499" y="1714499"/>
                </a:lnTo>
                <a:lnTo>
                  <a:pt x="0" y="342899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1715158" y="3381010"/>
                </a:lnTo>
                <a:lnTo>
                  <a:pt x="1717123" y="3333346"/>
                </a:lnTo>
                <a:lnTo>
                  <a:pt x="1720376" y="3286026"/>
                </a:lnTo>
                <a:lnTo>
                  <a:pt x="1724901" y="3239067"/>
                </a:lnTo>
                <a:lnTo>
                  <a:pt x="1730680" y="3192485"/>
                </a:lnTo>
                <a:lnTo>
                  <a:pt x="1737696" y="3146298"/>
                </a:lnTo>
                <a:lnTo>
                  <a:pt x="1745932" y="3100524"/>
                </a:lnTo>
                <a:lnTo>
                  <a:pt x="1755371" y="3055178"/>
                </a:lnTo>
                <a:lnTo>
                  <a:pt x="1765996" y="3010280"/>
                </a:lnTo>
                <a:lnTo>
                  <a:pt x="1777789" y="2965845"/>
                </a:lnTo>
                <a:lnTo>
                  <a:pt x="1790733" y="2921891"/>
                </a:lnTo>
                <a:lnTo>
                  <a:pt x="1804811" y="2878435"/>
                </a:lnTo>
                <a:lnTo>
                  <a:pt x="1820006" y="2835494"/>
                </a:lnTo>
                <a:lnTo>
                  <a:pt x="1836301" y="2793085"/>
                </a:lnTo>
                <a:lnTo>
                  <a:pt x="1853678" y="2751227"/>
                </a:lnTo>
                <a:lnTo>
                  <a:pt x="1872121" y="2709935"/>
                </a:lnTo>
                <a:lnTo>
                  <a:pt x="1891611" y="2669227"/>
                </a:lnTo>
                <a:lnTo>
                  <a:pt x="1912133" y="2629120"/>
                </a:lnTo>
                <a:lnTo>
                  <a:pt x="1933668" y="2589632"/>
                </a:lnTo>
                <a:lnTo>
                  <a:pt x="1956199" y="2550780"/>
                </a:lnTo>
                <a:lnTo>
                  <a:pt x="1979710" y="2512580"/>
                </a:lnTo>
                <a:lnTo>
                  <a:pt x="2004183" y="2475050"/>
                </a:lnTo>
                <a:lnTo>
                  <a:pt x="2029601" y="2438207"/>
                </a:lnTo>
                <a:lnTo>
                  <a:pt x="2055947" y="2402069"/>
                </a:lnTo>
                <a:lnTo>
                  <a:pt x="2083204" y="2366652"/>
                </a:lnTo>
                <a:lnTo>
                  <a:pt x="2111353" y="2331973"/>
                </a:lnTo>
                <a:lnTo>
                  <a:pt x="2140380" y="2298051"/>
                </a:lnTo>
                <a:lnTo>
                  <a:pt x="2170265" y="2264902"/>
                </a:lnTo>
                <a:lnTo>
                  <a:pt x="2200991" y="2232543"/>
                </a:lnTo>
                <a:lnTo>
                  <a:pt x="2232543" y="2200991"/>
                </a:lnTo>
                <a:lnTo>
                  <a:pt x="2264902" y="2170265"/>
                </a:lnTo>
                <a:lnTo>
                  <a:pt x="2298051" y="2140380"/>
                </a:lnTo>
                <a:lnTo>
                  <a:pt x="2331973" y="2111353"/>
                </a:lnTo>
                <a:lnTo>
                  <a:pt x="2366652" y="2083204"/>
                </a:lnTo>
                <a:lnTo>
                  <a:pt x="2402069" y="2055947"/>
                </a:lnTo>
                <a:lnTo>
                  <a:pt x="2438207" y="2029601"/>
                </a:lnTo>
                <a:lnTo>
                  <a:pt x="2475050" y="2004183"/>
                </a:lnTo>
                <a:lnTo>
                  <a:pt x="2512580" y="1979710"/>
                </a:lnTo>
                <a:lnTo>
                  <a:pt x="2550780" y="1956199"/>
                </a:lnTo>
                <a:lnTo>
                  <a:pt x="2589632" y="1933668"/>
                </a:lnTo>
                <a:lnTo>
                  <a:pt x="2629120" y="1912133"/>
                </a:lnTo>
                <a:lnTo>
                  <a:pt x="2669227" y="1891611"/>
                </a:lnTo>
                <a:lnTo>
                  <a:pt x="2709935" y="1872121"/>
                </a:lnTo>
                <a:lnTo>
                  <a:pt x="2751227" y="1853678"/>
                </a:lnTo>
                <a:lnTo>
                  <a:pt x="2793085" y="1836301"/>
                </a:lnTo>
                <a:lnTo>
                  <a:pt x="2835494" y="1820006"/>
                </a:lnTo>
                <a:lnTo>
                  <a:pt x="2878435" y="1804811"/>
                </a:lnTo>
                <a:lnTo>
                  <a:pt x="2921891" y="1790733"/>
                </a:lnTo>
                <a:lnTo>
                  <a:pt x="2965845" y="1777789"/>
                </a:lnTo>
                <a:lnTo>
                  <a:pt x="3010280" y="1765996"/>
                </a:lnTo>
                <a:lnTo>
                  <a:pt x="3055178" y="1755371"/>
                </a:lnTo>
                <a:lnTo>
                  <a:pt x="3100524" y="1745932"/>
                </a:lnTo>
                <a:lnTo>
                  <a:pt x="3146298" y="1737696"/>
                </a:lnTo>
                <a:lnTo>
                  <a:pt x="3192485" y="1730680"/>
                </a:lnTo>
                <a:lnTo>
                  <a:pt x="3239067" y="1724901"/>
                </a:lnTo>
                <a:lnTo>
                  <a:pt x="3286026" y="1720376"/>
                </a:lnTo>
                <a:lnTo>
                  <a:pt x="3333346" y="1717123"/>
                </a:lnTo>
                <a:lnTo>
                  <a:pt x="3381010" y="1715158"/>
                </a:lnTo>
                <a:lnTo>
                  <a:pt x="3428999" y="1714499"/>
                </a:lnTo>
                <a:lnTo>
                  <a:pt x="1714499" y="3428999"/>
                </a:lnTo>
                <a:close/>
              </a:path>
            </a:pathLst>
          </a:custGeom>
          <a:solidFill>
            <a:srgbClr val="783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11"/>
            <a:ext cx="10287000" cy="3429000"/>
          </a:xfrm>
          <a:custGeom>
            <a:avLst/>
            <a:gdLst/>
            <a:ahLst/>
            <a:cxnLst/>
            <a:rect l="l" t="t" r="r" b="b"/>
            <a:pathLst>
              <a:path w="10287000" h="3429000">
                <a:moveTo>
                  <a:pt x="3429000" y="0"/>
                </a:moveTo>
                <a:lnTo>
                  <a:pt x="0" y="0"/>
                </a:lnTo>
                <a:lnTo>
                  <a:pt x="0" y="3429000"/>
                </a:lnTo>
                <a:lnTo>
                  <a:pt x="3429000" y="3429000"/>
                </a:lnTo>
                <a:lnTo>
                  <a:pt x="3429000" y="0"/>
                </a:lnTo>
                <a:close/>
              </a:path>
              <a:path w="10287000" h="3429000">
                <a:moveTo>
                  <a:pt x="8572487" y="1714500"/>
                </a:moveTo>
                <a:lnTo>
                  <a:pt x="6857987" y="3429000"/>
                </a:lnTo>
                <a:lnTo>
                  <a:pt x="8572487" y="3429000"/>
                </a:lnTo>
                <a:lnTo>
                  <a:pt x="8572487" y="1714500"/>
                </a:lnTo>
                <a:close/>
              </a:path>
              <a:path w="10287000" h="3429000">
                <a:moveTo>
                  <a:pt x="8572487" y="0"/>
                </a:moveTo>
                <a:lnTo>
                  <a:pt x="6857987" y="1714500"/>
                </a:lnTo>
                <a:lnTo>
                  <a:pt x="8572487" y="1714500"/>
                </a:lnTo>
                <a:lnTo>
                  <a:pt x="8572487" y="0"/>
                </a:lnTo>
                <a:close/>
              </a:path>
              <a:path w="10287000" h="3429000">
                <a:moveTo>
                  <a:pt x="10286987" y="1714500"/>
                </a:moveTo>
                <a:lnTo>
                  <a:pt x="8572487" y="3429000"/>
                </a:lnTo>
                <a:lnTo>
                  <a:pt x="10286987" y="3429000"/>
                </a:lnTo>
                <a:lnTo>
                  <a:pt x="10286987" y="1714500"/>
                </a:lnTo>
                <a:close/>
              </a:path>
              <a:path w="10287000" h="3429000">
                <a:moveTo>
                  <a:pt x="10286987" y="0"/>
                </a:moveTo>
                <a:lnTo>
                  <a:pt x="8572487" y="1714500"/>
                </a:lnTo>
                <a:lnTo>
                  <a:pt x="10286987" y="1714500"/>
                </a:lnTo>
                <a:lnTo>
                  <a:pt x="10286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1714499"/>
                </a:moveTo>
                <a:lnTo>
                  <a:pt x="0" y="0"/>
                </a:lnTo>
                <a:lnTo>
                  <a:pt x="1714499" y="0"/>
                </a:lnTo>
                <a:lnTo>
                  <a:pt x="1666510" y="658"/>
                </a:lnTo>
                <a:lnTo>
                  <a:pt x="1618846" y="2623"/>
                </a:lnTo>
                <a:lnTo>
                  <a:pt x="1571526" y="5876"/>
                </a:lnTo>
                <a:lnTo>
                  <a:pt x="1524567" y="10401"/>
                </a:lnTo>
                <a:lnTo>
                  <a:pt x="1477985" y="16180"/>
                </a:lnTo>
                <a:lnTo>
                  <a:pt x="1431798" y="23196"/>
                </a:lnTo>
                <a:lnTo>
                  <a:pt x="1386024" y="31432"/>
                </a:lnTo>
                <a:lnTo>
                  <a:pt x="1340679" y="40872"/>
                </a:lnTo>
                <a:lnTo>
                  <a:pt x="1295780" y="51496"/>
                </a:lnTo>
                <a:lnTo>
                  <a:pt x="1251345" y="63289"/>
                </a:lnTo>
                <a:lnTo>
                  <a:pt x="1207391" y="76233"/>
                </a:lnTo>
                <a:lnTo>
                  <a:pt x="1163935" y="90312"/>
                </a:lnTo>
                <a:lnTo>
                  <a:pt x="1120994" y="105507"/>
                </a:lnTo>
                <a:lnTo>
                  <a:pt x="1078586" y="121801"/>
                </a:lnTo>
                <a:lnTo>
                  <a:pt x="1036727" y="139178"/>
                </a:lnTo>
                <a:lnTo>
                  <a:pt x="995435" y="157621"/>
                </a:lnTo>
                <a:lnTo>
                  <a:pt x="954727" y="177111"/>
                </a:lnTo>
                <a:lnTo>
                  <a:pt x="914621" y="197633"/>
                </a:lnTo>
                <a:lnTo>
                  <a:pt x="875132" y="219168"/>
                </a:lnTo>
                <a:lnTo>
                  <a:pt x="836280" y="241699"/>
                </a:lnTo>
                <a:lnTo>
                  <a:pt x="798080" y="265210"/>
                </a:lnTo>
                <a:lnTo>
                  <a:pt x="760550" y="289684"/>
                </a:lnTo>
                <a:lnTo>
                  <a:pt x="723707" y="315102"/>
                </a:lnTo>
                <a:lnTo>
                  <a:pt x="687569" y="341447"/>
                </a:lnTo>
                <a:lnTo>
                  <a:pt x="652152" y="368704"/>
                </a:lnTo>
                <a:lnTo>
                  <a:pt x="617474" y="396854"/>
                </a:lnTo>
                <a:lnTo>
                  <a:pt x="583551" y="425880"/>
                </a:lnTo>
                <a:lnTo>
                  <a:pt x="550402" y="455765"/>
                </a:lnTo>
                <a:lnTo>
                  <a:pt x="518043" y="486492"/>
                </a:lnTo>
                <a:lnTo>
                  <a:pt x="486492" y="518043"/>
                </a:lnTo>
                <a:lnTo>
                  <a:pt x="455765" y="550402"/>
                </a:lnTo>
                <a:lnTo>
                  <a:pt x="425880" y="583551"/>
                </a:lnTo>
                <a:lnTo>
                  <a:pt x="396854" y="617474"/>
                </a:lnTo>
                <a:lnTo>
                  <a:pt x="368704" y="652152"/>
                </a:lnTo>
                <a:lnTo>
                  <a:pt x="341447" y="687569"/>
                </a:lnTo>
                <a:lnTo>
                  <a:pt x="315102" y="723707"/>
                </a:lnTo>
                <a:lnTo>
                  <a:pt x="289684" y="760550"/>
                </a:lnTo>
                <a:lnTo>
                  <a:pt x="265210" y="798080"/>
                </a:lnTo>
                <a:lnTo>
                  <a:pt x="241699" y="836280"/>
                </a:lnTo>
                <a:lnTo>
                  <a:pt x="219168" y="875132"/>
                </a:lnTo>
                <a:lnTo>
                  <a:pt x="197633" y="914621"/>
                </a:lnTo>
                <a:lnTo>
                  <a:pt x="177111" y="954727"/>
                </a:lnTo>
                <a:lnTo>
                  <a:pt x="157621" y="995435"/>
                </a:lnTo>
                <a:lnTo>
                  <a:pt x="139178" y="1036727"/>
                </a:lnTo>
                <a:lnTo>
                  <a:pt x="121801" y="1078586"/>
                </a:lnTo>
                <a:lnTo>
                  <a:pt x="105507" y="1120994"/>
                </a:lnTo>
                <a:lnTo>
                  <a:pt x="90312" y="1163935"/>
                </a:lnTo>
                <a:lnTo>
                  <a:pt x="76233" y="1207391"/>
                </a:lnTo>
                <a:lnTo>
                  <a:pt x="63289" y="1251345"/>
                </a:lnTo>
                <a:lnTo>
                  <a:pt x="51496" y="1295780"/>
                </a:lnTo>
                <a:lnTo>
                  <a:pt x="40872" y="1340679"/>
                </a:lnTo>
                <a:lnTo>
                  <a:pt x="31432" y="1386024"/>
                </a:lnTo>
                <a:lnTo>
                  <a:pt x="23196" y="1431798"/>
                </a:lnTo>
                <a:lnTo>
                  <a:pt x="16180" y="1477985"/>
                </a:lnTo>
                <a:lnTo>
                  <a:pt x="10401" y="1524567"/>
                </a:lnTo>
                <a:lnTo>
                  <a:pt x="5876" y="1571526"/>
                </a:lnTo>
                <a:lnTo>
                  <a:pt x="2623" y="1618846"/>
                </a:lnTo>
                <a:lnTo>
                  <a:pt x="658" y="1666510"/>
                </a:lnTo>
                <a:lnTo>
                  <a:pt x="0" y="1714499"/>
                </a:lnTo>
                <a:close/>
              </a:path>
              <a:path w="3429000" h="3429000">
                <a:moveTo>
                  <a:pt x="1714499" y="1714499"/>
                </a:moveTo>
                <a:lnTo>
                  <a:pt x="1714499" y="0"/>
                </a:lnTo>
                <a:lnTo>
                  <a:pt x="3428999" y="0"/>
                </a:lnTo>
                <a:lnTo>
                  <a:pt x="3381010" y="658"/>
                </a:lnTo>
                <a:lnTo>
                  <a:pt x="3333346" y="2623"/>
                </a:lnTo>
                <a:lnTo>
                  <a:pt x="3286026" y="5876"/>
                </a:lnTo>
                <a:lnTo>
                  <a:pt x="3239067" y="10401"/>
                </a:lnTo>
                <a:lnTo>
                  <a:pt x="3192485" y="16180"/>
                </a:lnTo>
                <a:lnTo>
                  <a:pt x="3146298" y="23196"/>
                </a:lnTo>
                <a:lnTo>
                  <a:pt x="3100524" y="31432"/>
                </a:lnTo>
                <a:lnTo>
                  <a:pt x="3055178" y="40872"/>
                </a:lnTo>
                <a:lnTo>
                  <a:pt x="3010280" y="51496"/>
                </a:lnTo>
                <a:lnTo>
                  <a:pt x="2965845" y="63289"/>
                </a:lnTo>
                <a:lnTo>
                  <a:pt x="2921891" y="76233"/>
                </a:lnTo>
                <a:lnTo>
                  <a:pt x="2878435" y="90312"/>
                </a:lnTo>
                <a:lnTo>
                  <a:pt x="2835494" y="105507"/>
                </a:lnTo>
                <a:lnTo>
                  <a:pt x="2793085" y="121801"/>
                </a:lnTo>
                <a:lnTo>
                  <a:pt x="2751227" y="139178"/>
                </a:lnTo>
                <a:lnTo>
                  <a:pt x="2709935" y="157621"/>
                </a:lnTo>
                <a:lnTo>
                  <a:pt x="2669227" y="177111"/>
                </a:lnTo>
                <a:lnTo>
                  <a:pt x="2629120" y="197633"/>
                </a:lnTo>
                <a:lnTo>
                  <a:pt x="2589632" y="219168"/>
                </a:lnTo>
                <a:lnTo>
                  <a:pt x="2550780" y="241699"/>
                </a:lnTo>
                <a:lnTo>
                  <a:pt x="2512580" y="265210"/>
                </a:lnTo>
                <a:lnTo>
                  <a:pt x="2475050" y="289684"/>
                </a:lnTo>
                <a:lnTo>
                  <a:pt x="2438207" y="315102"/>
                </a:lnTo>
                <a:lnTo>
                  <a:pt x="2402069" y="341447"/>
                </a:lnTo>
                <a:lnTo>
                  <a:pt x="2366652" y="368704"/>
                </a:lnTo>
                <a:lnTo>
                  <a:pt x="2331973" y="396854"/>
                </a:lnTo>
                <a:lnTo>
                  <a:pt x="2298051" y="425880"/>
                </a:lnTo>
                <a:lnTo>
                  <a:pt x="2264902" y="455765"/>
                </a:lnTo>
                <a:lnTo>
                  <a:pt x="2232543" y="486492"/>
                </a:lnTo>
                <a:lnTo>
                  <a:pt x="2200991" y="518043"/>
                </a:lnTo>
                <a:lnTo>
                  <a:pt x="2170265" y="550402"/>
                </a:lnTo>
                <a:lnTo>
                  <a:pt x="2140380" y="583551"/>
                </a:lnTo>
                <a:lnTo>
                  <a:pt x="2111353" y="617474"/>
                </a:lnTo>
                <a:lnTo>
                  <a:pt x="2083204" y="652152"/>
                </a:lnTo>
                <a:lnTo>
                  <a:pt x="2055947" y="687569"/>
                </a:lnTo>
                <a:lnTo>
                  <a:pt x="2029601" y="723707"/>
                </a:lnTo>
                <a:lnTo>
                  <a:pt x="2004183" y="760550"/>
                </a:lnTo>
                <a:lnTo>
                  <a:pt x="1979710" y="798080"/>
                </a:lnTo>
                <a:lnTo>
                  <a:pt x="1956199" y="836280"/>
                </a:lnTo>
                <a:lnTo>
                  <a:pt x="1933668" y="875132"/>
                </a:lnTo>
                <a:lnTo>
                  <a:pt x="1912133" y="914621"/>
                </a:lnTo>
                <a:lnTo>
                  <a:pt x="1891611" y="954727"/>
                </a:lnTo>
                <a:lnTo>
                  <a:pt x="1872121" y="995435"/>
                </a:lnTo>
                <a:lnTo>
                  <a:pt x="1853678" y="1036727"/>
                </a:lnTo>
                <a:lnTo>
                  <a:pt x="1836301" y="1078586"/>
                </a:lnTo>
                <a:lnTo>
                  <a:pt x="1820006" y="1120994"/>
                </a:lnTo>
                <a:lnTo>
                  <a:pt x="1804811" y="1163935"/>
                </a:lnTo>
                <a:lnTo>
                  <a:pt x="1790733" y="1207391"/>
                </a:lnTo>
                <a:lnTo>
                  <a:pt x="1777789" y="1251345"/>
                </a:lnTo>
                <a:lnTo>
                  <a:pt x="1765996" y="1295780"/>
                </a:lnTo>
                <a:lnTo>
                  <a:pt x="1755371" y="1340679"/>
                </a:lnTo>
                <a:lnTo>
                  <a:pt x="1745932" y="1386024"/>
                </a:lnTo>
                <a:lnTo>
                  <a:pt x="1737696" y="1431798"/>
                </a:lnTo>
                <a:lnTo>
                  <a:pt x="1730680" y="1477985"/>
                </a:lnTo>
                <a:lnTo>
                  <a:pt x="1724901" y="1524567"/>
                </a:lnTo>
                <a:lnTo>
                  <a:pt x="1720376" y="1571526"/>
                </a:lnTo>
                <a:lnTo>
                  <a:pt x="1717123" y="1618846"/>
                </a:lnTo>
                <a:lnTo>
                  <a:pt x="1715158" y="1666510"/>
                </a:lnTo>
                <a:lnTo>
                  <a:pt x="1714499" y="1714499"/>
                </a:lnTo>
                <a:close/>
              </a:path>
              <a:path w="3429000" h="3429000">
                <a:moveTo>
                  <a:pt x="0" y="3428999"/>
                </a:moveTo>
                <a:lnTo>
                  <a:pt x="0" y="1714499"/>
                </a:lnTo>
                <a:lnTo>
                  <a:pt x="1714499" y="1714499"/>
                </a:lnTo>
                <a:lnTo>
                  <a:pt x="1666510" y="1715158"/>
                </a:lnTo>
                <a:lnTo>
                  <a:pt x="1618846" y="1717123"/>
                </a:lnTo>
                <a:lnTo>
                  <a:pt x="1571526" y="1720376"/>
                </a:lnTo>
                <a:lnTo>
                  <a:pt x="1524567" y="1724901"/>
                </a:lnTo>
                <a:lnTo>
                  <a:pt x="1477985" y="1730680"/>
                </a:lnTo>
                <a:lnTo>
                  <a:pt x="1431798" y="1737696"/>
                </a:lnTo>
                <a:lnTo>
                  <a:pt x="1386024" y="1745932"/>
                </a:lnTo>
                <a:lnTo>
                  <a:pt x="1340679" y="1755371"/>
                </a:lnTo>
                <a:lnTo>
                  <a:pt x="1295780" y="1765996"/>
                </a:lnTo>
                <a:lnTo>
                  <a:pt x="1251345" y="1777789"/>
                </a:lnTo>
                <a:lnTo>
                  <a:pt x="1207391" y="1790733"/>
                </a:lnTo>
                <a:lnTo>
                  <a:pt x="1163935" y="1804811"/>
                </a:lnTo>
                <a:lnTo>
                  <a:pt x="1120994" y="1820006"/>
                </a:lnTo>
                <a:lnTo>
                  <a:pt x="1078586" y="1836301"/>
                </a:lnTo>
                <a:lnTo>
                  <a:pt x="1036727" y="1853678"/>
                </a:lnTo>
                <a:lnTo>
                  <a:pt x="995435" y="1872121"/>
                </a:lnTo>
                <a:lnTo>
                  <a:pt x="954727" y="1891611"/>
                </a:lnTo>
                <a:lnTo>
                  <a:pt x="914621" y="1912133"/>
                </a:lnTo>
                <a:lnTo>
                  <a:pt x="875132" y="1933668"/>
                </a:lnTo>
                <a:lnTo>
                  <a:pt x="836280" y="1956199"/>
                </a:lnTo>
                <a:lnTo>
                  <a:pt x="798080" y="1979710"/>
                </a:lnTo>
                <a:lnTo>
                  <a:pt x="760550" y="2004183"/>
                </a:lnTo>
                <a:lnTo>
                  <a:pt x="723707" y="2029601"/>
                </a:lnTo>
                <a:lnTo>
                  <a:pt x="687569" y="2055947"/>
                </a:lnTo>
                <a:lnTo>
                  <a:pt x="652152" y="2083204"/>
                </a:lnTo>
                <a:lnTo>
                  <a:pt x="617474" y="2111353"/>
                </a:lnTo>
                <a:lnTo>
                  <a:pt x="583551" y="2140380"/>
                </a:lnTo>
                <a:lnTo>
                  <a:pt x="550402" y="2170265"/>
                </a:lnTo>
                <a:lnTo>
                  <a:pt x="518043" y="2200991"/>
                </a:lnTo>
                <a:lnTo>
                  <a:pt x="486492" y="2232543"/>
                </a:lnTo>
                <a:lnTo>
                  <a:pt x="455765" y="2264902"/>
                </a:lnTo>
                <a:lnTo>
                  <a:pt x="425880" y="2298051"/>
                </a:lnTo>
                <a:lnTo>
                  <a:pt x="396854" y="2331973"/>
                </a:lnTo>
                <a:lnTo>
                  <a:pt x="368704" y="2366652"/>
                </a:lnTo>
                <a:lnTo>
                  <a:pt x="341447" y="2402069"/>
                </a:lnTo>
                <a:lnTo>
                  <a:pt x="315102" y="2438207"/>
                </a:lnTo>
                <a:lnTo>
                  <a:pt x="289684" y="2475050"/>
                </a:lnTo>
                <a:lnTo>
                  <a:pt x="265210" y="2512580"/>
                </a:lnTo>
                <a:lnTo>
                  <a:pt x="241699" y="2550780"/>
                </a:lnTo>
                <a:lnTo>
                  <a:pt x="219168" y="2589632"/>
                </a:lnTo>
                <a:lnTo>
                  <a:pt x="197633" y="2629120"/>
                </a:lnTo>
                <a:lnTo>
                  <a:pt x="177111" y="2669227"/>
                </a:lnTo>
                <a:lnTo>
                  <a:pt x="157621" y="2709935"/>
                </a:lnTo>
                <a:lnTo>
                  <a:pt x="139178" y="2751227"/>
                </a:lnTo>
                <a:lnTo>
                  <a:pt x="121801" y="2793085"/>
                </a:lnTo>
                <a:lnTo>
                  <a:pt x="105507" y="2835494"/>
                </a:lnTo>
                <a:lnTo>
                  <a:pt x="90312" y="2878435"/>
                </a:lnTo>
                <a:lnTo>
                  <a:pt x="76233" y="2921891"/>
                </a:lnTo>
                <a:lnTo>
                  <a:pt x="63289" y="2965845"/>
                </a:lnTo>
                <a:lnTo>
                  <a:pt x="51496" y="3010280"/>
                </a:lnTo>
                <a:lnTo>
                  <a:pt x="40872" y="3055178"/>
                </a:lnTo>
                <a:lnTo>
                  <a:pt x="31432" y="3100524"/>
                </a:lnTo>
                <a:lnTo>
                  <a:pt x="23196" y="3146298"/>
                </a:lnTo>
                <a:lnTo>
                  <a:pt x="16180" y="3192485"/>
                </a:lnTo>
                <a:lnTo>
                  <a:pt x="10401" y="3239067"/>
                </a:lnTo>
                <a:lnTo>
                  <a:pt x="5876" y="3286026"/>
                </a:lnTo>
                <a:lnTo>
                  <a:pt x="2623" y="3333346"/>
                </a:lnTo>
                <a:lnTo>
                  <a:pt x="658" y="3381010"/>
                </a:lnTo>
                <a:lnTo>
                  <a:pt x="0" y="342899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1714499" y="1714499"/>
                </a:lnTo>
                <a:lnTo>
                  <a:pt x="3428999" y="1714499"/>
                </a:lnTo>
                <a:lnTo>
                  <a:pt x="3381010" y="1715158"/>
                </a:lnTo>
                <a:lnTo>
                  <a:pt x="3333346" y="1717123"/>
                </a:lnTo>
                <a:lnTo>
                  <a:pt x="3286026" y="1720376"/>
                </a:lnTo>
                <a:lnTo>
                  <a:pt x="3239067" y="1724901"/>
                </a:lnTo>
                <a:lnTo>
                  <a:pt x="3192485" y="1730680"/>
                </a:lnTo>
                <a:lnTo>
                  <a:pt x="3146298" y="1737696"/>
                </a:lnTo>
                <a:lnTo>
                  <a:pt x="3100524" y="1745932"/>
                </a:lnTo>
                <a:lnTo>
                  <a:pt x="3055178" y="1755371"/>
                </a:lnTo>
                <a:lnTo>
                  <a:pt x="3010280" y="1765996"/>
                </a:lnTo>
                <a:lnTo>
                  <a:pt x="2965845" y="1777789"/>
                </a:lnTo>
                <a:lnTo>
                  <a:pt x="2921891" y="1790733"/>
                </a:lnTo>
                <a:lnTo>
                  <a:pt x="2878435" y="1804811"/>
                </a:lnTo>
                <a:lnTo>
                  <a:pt x="2835494" y="1820006"/>
                </a:lnTo>
                <a:lnTo>
                  <a:pt x="2793085" y="1836301"/>
                </a:lnTo>
                <a:lnTo>
                  <a:pt x="2751227" y="1853678"/>
                </a:lnTo>
                <a:lnTo>
                  <a:pt x="2709935" y="1872121"/>
                </a:lnTo>
                <a:lnTo>
                  <a:pt x="2669227" y="1891611"/>
                </a:lnTo>
                <a:lnTo>
                  <a:pt x="2629120" y="1912133"/>
                </a:lnTo>
                <a:lnTo>
                  <a:pt x="2589632" y="1933668"/>
                </a:lnTo>
                <a:lnTo>
                  <a:pt x="2550780" y="1956199"/>
                </a:lnTo>
                <a:lnTo>
                  <a:pt x="2512580" y="1979710"/>
                </a:lnTo>
                <a:lnTo>
                  <a:pt x="2475050" y="2004183"/>
                </a:lnTo>
                <a:lnTo>
                  <a:pt x="2438207" y="2029601"/>
                </a:lnTo>
                <a:lnTo>
                  <a:pt x="2402069" y="2055947"/>
                </a:lnTo>
                <a:lnTo>
                  <a:pt x="2366652" y="2083204"/>
                </a:lnTo>
                <a:lnTo>
                  <a:pt x="2331973" y="2111353"/>
                </a:lnTo>
                <a:lnTo>
                  <a:pt x="2298051" y="2140380"/>
                </a:lnTo>
                <a:lnTo>
                  <a:pt x="2264902" y="2170265"/>
                </a:lnTo>
                <a:lnTo>
                  <a:pt x="2232543" y="2200991"/>
                </a:lnTo>
                <a:lnTo>
                  <a:pt x="2200991" y="2232543"/>
                </a:lnTo>
                <a:lnTo>
                  <a:pt x="2170265" y="2264902"/>
                </a:lnTo>
                <a:lnTo>
                  <a:pt x="2140380" y="2298051"/>
                </a:lnTo>
                <a:lnTo>
                  <a:pt x="2111353" y="2331973"/>
                </a:lnTo>
                <a:lnTo>
                  <a:pt x="2083204" y="2366652"/>
                </a:lnTo>
                <a:lnTo>
                  <a:pt x="2055947" y="2402069"/>
                </a:lnTo>
                <a:lnTo>
                  <a:pt x="2029601" y="2438207"/>
                </a:lnTo>
                <a:lnTo>
                  <a:pt x="2004183" y="2475050"/>
                </a:lnTo>
                <a:lnTo>
                  <a:pt x="1979710" y="2512580"/>
                </a:lnTo>
                <a:lnTo>
                  <a:pt x="1956199" y="2550780"/>
                </a:lnTo>
                <a:lnTo>
                  <a:pt x="1933668" y="2589632"/>
                </a:lnTo>
                <a:lnTo>
                  <a:pt x="1912133" y="2629120"/>
                </a:lnTo>
                <a:lnTo>
                  <a:pt x="1891611" y="2669227"/>
                </a:lnTo>
                <a:lnTo>
                  <a:pt x="1872121" y="2709935"/>
                </a:lnTo>
                <a:lnTo>
                  <a:pt x="1853678" y="2751227"/>
                </a:lnTo>
                <a:lnTo>
                  <a:pt x="1836301" y="2793085"/>
                </a:lnTo>
                <a:lnTo>
                  <a:pt x="1820006" y="2835494"/>
                </a:lnTo>
                <a:lnTo>
                  <a:pt x="1804811" y="2878435"/>
                </a:lnTo>
                <a:lnTo>
                  <a:pt x="1790733" y="2921891"/>
                </a:lnTo>
                <a:lnTo>
                  <a:pt x="1777789" y="2965845"/>
                </a:lnTo>
                <a:lnTo>
                  <a:pt x="1765996" y="3010280"/>
                </a:lnTo>
                <a:lnTo>
                  <a:pt x="1755371" y="3055178"/>
                </a:lnTo>
                <a:lnTo>
                  <a:pt x="1745932" y="3100524"/>
                </a:lnTo>
                <a:lnTo>
                  <a:pt x="1737696" y="3146298"/>
                </a:lnTo>
                <a:lnTo>
                  <a:pt x="1730680" y="3192485"/>
                </a:lnTo>
                <a:lnTo>
                  <a:pt x="1724901" y="3239067"/>
                </a:lnTo>
                <a:lnTo>
                  <a:pt x="1720376" y="3286026"/>
                </a:lnTo>
                <a:lnTo>
                  <a:pt x="1717123" y="3333346"/>
                </a:lnTo>
                <a:lnTo>
                  <a:pt x="1715158" y="3381010"/>
                </a:lnTo>
                <a:lnTo>
                  <a:pt x="1714499" y="3428999"/>
                </a:lnTo>
                <a:close/>
              </a:path>
            </a:pathLst>
          </a:custGeom>
          <a:solidFill>
            <a:srgbClr val="F1CB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1714499"/>
                </a:moveTo>
                <a:lnTo>
                  <a:pt x="658" y="1666510"/>
                </a:lnTo>
                <a:lnTo>
                  <a:pt x="2623" y="1618846"/>
                </a:lnTo>
                <a:lnTo>
                  <a:pt x="5876" y="1571526"/>
                </a:lnTo>
                <a:lnTo>
                  <a:pt x="10401" y="1524567"/>
                </a:lnTo>
                <a:lnTo>
                  <a:pt x="16180" y="1477985"/>
                </a:lnTo>
                <a:lnTo>
                  <a:pt x="23196" y="1431798"/>
                </a:lnTo>
                <a:lnTo>
                  <a:pt x="31432" y="1386024"/>
                </a:lnTo>
                <a:lnTo>
                  <a:pt x="40872" y="1340679"/>
                </a:lnTo>
                <a:lnTo>
                  <a:pt x="51496" y="1295780"/>
                </a:lnTo>
                <a:lnTo>
                  <a:pt x="63289" y="1251345"/>
                </a:lnTo>
                <a:lnTo>
                  <a:pt x="76233" y="1207391"/>
                </a:lnTo>
                <a:lnTo>
                  <a:pt x="90312" y="1163935"/>
                </a:lnTo>
                <a:lnTo>
                  <a:pt x="105507" y="1120994"/>
                </a:lnTo>
                <a:lnTo>
                  <a:pt x="121801" y="1078586"/>
                </a:lnTo>
                <a:lnTo>
                  <a:pt x="139178" y="1036727"/>
                </a:lnTo>
                <a:lnTo>
                  <a:pt x="157621" y="995435"/>
                </a:lnTo>
                <a:lnTo>
                  <a:pt x="177111" y="954727"/>
                </a:lnTo>
                <a:lnTo>
                  <a:pt x="197633" y="914621"/>
                </a:lnTo>
                <a:lnTo>
                  <a:pt x="219168" y="875132"/>
                </a:lnTo>
                <a:lnTo>
                  <a:pt x="241699" y="836280"/>
                </a:lnTo>
                <a:lnTo>
                  <a:pt x="265210" y="798080"/>
                </a:lnTo>
                <a:lnTo>
                  <a:pt x="289684" y="760550"/>
                </a:lnTo>
                <a:lnTo>
                  <a:pt x="315102" y="723707"/>
                </a:lnTo>
                <a:lnTo>
                  <a:pt x="341447" y="687569"/>
                </a:lnTo>
                <a:lnTo>
                  <a:pt x="368704" y="652152"/>
                </a:lnTo>
                <a:lnTo>
                  <a:pt x="396854" y="617474"/>
                </a:lnTo>
                <a:lnTo>
                  <a:pt x="425880" y="583551"/>
                </a:lnTo>
                <a:lnTo>
                  <a:pt x="455765" y="550402"/>
                </a:lnTo>
                <a:lnTo>
                  <a:pt x="486492" y="518043"/>
                </a:lnTo>
                <a:lnTo>
                  <a:pt x="518043" y="486492"/>
                </a:lnTo>
                <a:lnTo>
                  <a:pt x="550402" y="455765"/>
                </a:lnTo>
                <a:lnTo>
                  <a:pt x="583551" y="425880"/>
                </a:lnTo>
                <a:lnTo>
                  <a:pt x="617474" y="396854"/>
                </a:lnTo>
                <a:lnTo>
                  <a:pt x="652152" y="368704"/>
                </a:lnTo>
                <a:lnTo>
                  <a:pt x="687569" y="341447"/>
                </a:lnTo>
                <a:lnTo>
                  <a:pt x="723707" y="315102"/>
                </a:lnTo>
                <a:lnTo>
                  <a:pt x="760550" y="289684"/>
                </a:lnTo>
                <a:lnTo>
                  <a:pt x="798080" y="265210"/>
                </a:lnTo>
                <a:lnTo>
                  <a:pt x="836280" y="241699"/>
                </a:lnTo>
                <a:lnTo>
                  <a:pt x="875132" y="219168"/>
                </a:lnTo>
                <a:lnTo>
                  <a:pt x="914621" y="197633"/>
                </a:lnTo>
                <a:lnTo>
                  <a:pt x="954727" y="177111"/>
                </a:lnTo>
                <a:lnTo>
                  <a:pt x="995435" y="157621"/>
                </a:lnTo>
                <a:lnTo>
                  <a:pt x="1036727" y="139178"/>
                </a:lnTo>
                <a:lnTo>
                  <a:pt x="1078586" y="121801"/>
                </a:lnTo>
                <a:lnTo>
                  <a:pt x="1120994" y="105507"/>
                </a:lnTo>
                <a:lnTo>
                  <a:pt x="1163935" y="90312"/>
                </a:lnTo>
                <a:lnTo>
                  <a:pt x="1207391" y="76233"/>
                </a:lnTo>
                <a:lnTo>
                  <a:pt x="1251345" y="63289"/>
                </a:lnTo>
                <a:lnTo>
                  <a:pt x="1295780" y="51496"/>
                </a:lnTo>
                <a:lnTo>
                  <a:pt x="1340679" y="40872"/>
                </a:lnTo>
                <a:lnTo>
                  <a:pt x="1386024" y="31432"/>
                </a:lnTo>
                <a:lnTo>
                  <a:pt x="1431798" y="23196"/>
                </a:lnTo>
                <a:lnTo>
                  <a:pt x="1477985" y="16180"/>
                </a:lnTo>
                <a:lnTo>
                  <a:pt x="1524567" y="10401"/>
                </a:lnTo>
                <a:lnTo>
                  <a:pt x="1571526" y="5876"/>
                </a:lnTo>
                <a:lnTo>
                  <a:pt x="1618846" y="2623"/>
                </a:lnTo>
                <a:lnTo>
                  <a:pt x="1666510" y="658"/>
                </a:lnTo>
                <a:lnTo>
                  <a:pt x="1714499" y="0"/>
                </a:lnTo>
                <a:lnTo>
                  <a:pt x="0" y="1714499"/>
                </a:lnTo>
                <a:close/>
              </a:path>
              <a:path w="3429000" h="3429000">
                <a:moveTo>
                  <a:pt x="1714499" y="1714499"/>
                </a:moveTo>
                <a:lnTo>
                  <a:pt x="1715158" y="1666510"/>
                </a:lnTo>
                <a:lnTo>
                  <a:pt x="1717123" y="1618846"/>
                </a:lnTo>
                <a:lnTo>
                  <a:pt x="1720376" y="1571526"/>
                </a:lnTo>
                <a:lnTo>
                  <a:pt x="1724901" y="1524567"/>
                </a:lnTo>
                <a:lnTo>
                  <a:pt x="1730680" y="1477985"/>
                </a:lnTo>
                <a:lnTo>
                  <a:pt x="1737696" y="1431798"/>
                </a:lnTo>
                <a:lnTo>
                  <a:pt x="1745932" y="1386024"/>
                </a:lnTo>
                <a:lnTo>
                  <a:pt x="1755371" y="1340679"/>
                </a:lnTo>
                <a:lnTo>
                  <a:pt x="1765996" y="1295780"/>
                </a:lnTo>
                <a:lnTo>
                  <a:pt x="1777789" y="1251345"/>
                </a:lnTo>
                <a:lnTo>
                  <a:pt x="1790733" y="1207391"/>
                </a:lnTo>
                <a:lnTo>
                  <a:pt x="1804811" y="1163935"/>
                </a:lnTo>
                <a:lnTo>
                  <a:pt x="1820006" y="1120994"/>
                </a:lnTo>
                <a:lnTo>
                  <a:pt x="1836301" y="1078586"/>
                </a:lnTo>
                <a:lnTo>
                  <a:pt x="1853678" y="1036727"/>
                </a:lnTo>
                <a:lnTo>
                  <a:pt x="1872121" y="995435"/>
                </a:lnTo>
                <a:lnTo>
                  <a:pt x="1891611" y="954727"/>
                </a:lnTo>
                <a:lnTo>
                  <a:pt x="1912133" y="914621"/>
                </a:lnTo>
                <a:lnTo>
                  <a:pt x="1933668" y="875132"/>
                </a:lnTo>
                <a:lnTo>
                  <a:pt x="1956199" y="836280"/>
                </a:lnTo>
                <a:lnTo>
                  <a:pt x="1979710" y="798080"/>
                </a:lnTo>
                <a:lnTo>
                  <a:pt x="2004183" y="760550"/>
                </a:lnTo>
                <a:lnTo>
                  <a:pt x="2029601" y="723707"/>
                </a:lnTo>
                <a:lnTo>
                  <a:pt x="2055947" y="687569"/>
                </a:lnTo>
                <a:lnTo>
                  <a:pt x="2083204" y="652152"/>
                </a:lnTo>
                <a:lnTo>
                  <a:pt x="2111353" y="617474"/>
                </a:lnTo>
                <a:lnTo>
                  <a:pt x="2140380" y="583551"/>
                </a:lnTo>
                <a:lnTo>
                  <a:pt x="2170265" y="550402"/>
                </a:lnTo>
                <a:lnTo>
                  <a:pt x="2200991" y="518043"/>
                </a:lnTo>
                <a:lnTo>
                  <a:pt x="2232543" y="486492"/>
                </a:lnTo>
                <a:lnTo>
                  <a:pt x="2264902" y="455765"/>
                </a:lnTo>
                <a:lnTo>
                  <a:pt x="2298051" y="425880"/>
                </a:lnTo>
                <a:lnTo>
                  <a:pt x="2331973" y="396854"/>
                </a:lnTo>
                <a:lnTo>
                  <a:pt x="2366652" y="368704"/>
                </a:lnTo>
                <a:lnTo>
                  <a:pt x="2402069" y="341447"/>
                </a:lnTo>
                <a:lnTo>
                  <a:pt x="2438207" y="315102"/>
                </a:lnTo>
                <a:lnTo>
                  <a:pt x="2475050" y="289684"/>
                </a:lnTo>
                <a:lnTo>
                  <a:pt x="2512580" y="265210"/>
                </a:lnTo>
                <a:lnTo>
                  <a:pt x="2550780" y="241699"/>
                </a:lnTo>
                <a:lnTo>
                  <a:pt x="2589632" y="219168"/>
                </a:lnTo>
                <a:lnTo>
                  <a:pt x="2629120" y="197633"/>
                </a:lnTo>
                <a:lnTo>
                  <a:pt x="2669227" y="177111"/>
                </a:lnTo>
                <a:lnTo>
                  <a:pt x="2709935" y="157621"/>
                </a:lnTo>
                <a:lnTo>
                  <a:pt x="2751227" y="139178"/>
                </a:lnTo>
                <a:lnTo>
                  <a:pt x="2793085" y="121801"/>
                </a:lnTo>
                <a:lnTo>
                  <a:pt x="2835494" y="105507"/>
                </a:lnTo>
                <a:lnTo>
                  <a:pt x="2878435" y="90312"/>
                </a:lnTo>
                <a:lnTo>
                  <a:pt x="2921891" y="76233"/>
                </a:lnTo>
                <a:lnTo>
                  <a:pt x="2965845" y="63289"/>
                </a:lnTo>
                <a:lnTo>
                  <a:pt x="3010280" y="51496"/>
                </a:lnTo>
                <a:lnTo>
                  <a:pt x="3055178" y="40872"/>
                </a:lnTo>
                <a:lnTo>
                  <a:pt x="3100524" y="31432"/>
                </a:lnTo>
                <a:lnTo>
                  <a:pt x="3146298" y="23196"/>
                </a:lnTo>
                <a:lnTo>
                  <a:pt x="3192485" y="16180"/>
                </a:lnTo>
                <a:lnTo>
                  <a:pt x="3239067" y="10401"/>
                </a:lnTo>
                <a:lnTo>
                  <a:pt x="3286026" y="5876"/>
                </a:lnTo>
                <a:lnTo>
                  <a:pt x="3333346" y="2623"/>
                </a:lnTo>
                <a:lnTo>
                  <a:pt x="3381010" y="658"/>
                </a:lnTo>
                <a:lnTo>
                  <a:pt x="3428999" y="0"/>
                </a:lnTo>
                <a:lnTo>
                  <a:pt x="1714499" y="1714499"/>
                </a:lnTo>
                <a:close/>
              </a:path>
              <a:path w="3429000" h="3429000">
                <a:moveTo>
                  <a:pt x="0" y="3428999"/>
                </a:moveTo>
                <a:lnTo>
                  <a:pt x="658" y="3381010"/>
                </a:lnTo>
                <a:lnTo>
                  <a:pt x="2623" y="3333346"/>
                </a:lnTo>
                <a:lnTo>
                  <a:pt x="5876" y="3286026"/>
                </a:lnTo>
                <a:lnTo>
                  <a:pt x="10401" y="3239067"/>
                </a:lnTo>
                <a:lnTo>
                  <a:pt x="16180" y="3192485"/>
                </a:lnTo>
                <a:lnTo>
                  <a:pt x="23196" y="3146298"/>
                </a:lnTo>
                <a:lnTo>
                  <a:pt x="31433" y="3100524"/>
                </a:lnTo>
                <a:lnTo>
                  <a:pt x="40872" y="3055178"/>
                </a:lnTo>
                <a:lnTo>
                  <a:pt x="51496" y="3010280"/>
                </a:lnTo>
                <a:lnTo>
                  <a:pt x="63289" y="2965845"/>
                </a:lnTo>
                <a:lnTo>
                  <a:pt x="76233" y="2921891"/>
                </a:lnTo>
                <a:lnTo>
                  <a:pt x="90312" y="2878435"/>
                </a:lnTo>
                <a:lnTo>
                  <a:pt x="105507" y="2835494"/>
                </a:lnTo>
                <a:lnTo>
                  <a:pt x="121801" y="2793085"/>
                </a:lnTo>
                <a:lnTo>
                  <a:pt x="139178" y="2751227"/>
                </a:lnTo>
                <a:lnTo>
                  <a:pt x="157621" y="2709935"/>
                </a:lnTo>
                <a:lnTo>
                  <a:pt x="177111" y="2669227"/>
                </a:lnTo>
                <a:lnTo>
                  <a:pt x="197633" y="2629120"/>
                </a:lnTo>
                <a:lnTo>
                  <a:pt x="219168" y="2589632"/>
                </a:lnTo>
                <a:lnTo>
                  <a:pt x="241700" y="2550780"/>
                </a:lnTo>
                <a:lnTo>
                  <a:pt x="265211" y="2512580"/>
                </a:lnTo>
                <a:lnTo>
                  <a:pt x="289684" y="2475050"/>
                </a:lnTo>
                <a:lnTo>
                  <a:pt x="315102" y="2438207"/>
                </a:lnTo>
                <a:lnTo>
                  <a:pt x="341448" y="2402069"/>
                </a:lnTo>
                <a:lnTo>
                  <a:pt x="368704" y="2366652"/>
                </a:lnTo>
                <a:lnTo>
                  <a:pt x="396854" y="2331973"/>
                </a:lnTo>
                <a:lnTo>
                  <a:pt x="425880" y="2298051"/>
                </a:lnTo>
                <a:lnTo>
                  <a:pt x="455765" y="2264902"/>
                </a:lnTo>
                <a:lnTo>
                  <a:pt x="486492" y="2232543"/>
                </a:lnTo>
                <a:lnTo>
                  <a:pt x="518043" y="2200991"/>
                </a:lnTo>
                <a:lnTo>
                  <a:pt x="550402" y="2170265"/>
                </a:lnTo>
                <a:lnTo>
                  <a:pt x="583551" y="2140380"/>
                </a:lnTo>
                <a:lnTo>
                  <a:pt x="617474" y="2111353"/>
                </a:lnTo>
                <a:lnTo>
                  <a:pt x="652152" y="2083204"/>
                </a:lnTo>
                <a:lnTo>
                  <a:pt x="687569" y="2055947"/>
                </a:lnTo>
                <a:lnTo>
                  <a:pt x="723707" y="2029601"/>
                </a:lnTo>
                <a:lnTo>
                  <a:pt x="760550" y="2004183"/>
                </a:lnTo>
                <a:lnTo>
                  <a:pt x="798080" y="1979710"/>
                </a:lnTo>
                <a:lnTo>
                  <a:pt x="836280" y="1956199"/>
                </a:lnTo>
                <a:lnTo>
                  <a:pt x="875133" y="1933668"/>
                </a:lnTo>
                <a:lnTo>
                  <a:pt x="914621" y="1912133"/>
                </a:lnTo>
                <a:lnTo>
                  <a:pt x="954727" y="1891611"/>
                </a:lnTo>
                <a:lnTo>
                  <a:pt x="995435" y="1872121"/>
                </a:lnTo>
                <a:lnTo>
                  <a:pt x="1036727" y="1853678"/>
                </a:lnTo>
                <a:lnTo>
                  <a:pt x="1078586" y="1836301"/>
                </a:lnTo>
                <a:lnTo>
                  <a:pt x="1120994" y="1820006"/>
                </a:lnTo>
                <a:lnTo>
                  <a:pt x="1163935" y="1804811"/>
                </a:lnTo>
                <a:lnTo>
                  <a:pt x="1207391" y="1790733"/>
                </a:lnTo>
                <a:lnTo>
                  <a:pt x="1251345" y="1777789"/>
                </a:lnTo>
                <a:lnTo>
                  <a:pt x="1295780" y="1765996"/>
                </a:lnTo>
                <a:lnTo>
                  <a:pt x="1340679" y="1755371"/>
                </a:lnTo>
                <a:lnTo>
                  <a:pt x="1386024" y="1745932"/>
                </a:lnTo>
                <a:lnTo>
                  <a:pt x="1431799" y="1737696"/>
                </a:lnTo>
                <a:lnTo>
                  <a:pt x="1477985" y="1730680"/>
                </a:lnTo>
                <a:lnTo>
                  <a:pt x="1524567" y="1724901"/>
                </a:lnTo>
                <a:lnTo>
                  <a:pt x="1571526" y="1720376"/>
                </a:lnTo>
                <a:lnTo>
                  <a:pt x="1618846" y="1717123"/>
                </a:lnTo>
                <a:lnTo>
                  <a:pt x="1666510" y="1715158"/>
                </a:lnTo>
                <a:lnTo>
                  <a:pt x="1714499" y="1714499"/>
                </a:lnTo>
                <a:lnTo>
                  <a:pt x="0" y="342899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1715158" y="3381010"/>
                </a:lnTo>
                <a:lnTo>
                  <a:pt x="1717123" y="3333346"/>
                </a:lnTo>
                <a:lnTo>
                  <a:pt x="1720376" y="3286026"/>
                </a:lnTo>
                <a:lnTo>
                  <a:pt x="1724901" y="3239067"/>
                </a:lnTo>
                <a:lnTo>
                  <a:pt x="1730680" y="3192485"/>
                </a:lnTo>
                <a:lnTo>
                  <a:pt x="1737696" y="3146298"/>
                </a:lnTo>
                <a:lnTo>
                  <a:pt x="1745932" y="3100524"/>
                </a:lnTo>
                <a:lnTo>
                  <a:pt x="1755371" y="3055178"/>
                </a:lnTo>
                <a:lnTo>
                  <a:pt x="1765996" y="3010280"/>
                </a:lnTo>
                <a:lnTo>
                  <a:pt x="1777789" y="2965845"/>
                </a:lnTo>
                <a:lnTo>
                  <a:pt x="1790733" y="2921891"/>
                </a:lnTo>
                <a:lnTo>
                  <a:pt x="1804811" y="2878435"/>
                </a:lnTo>
                <a:lnTo>
                  <a:pt x="1820006" y="2835494"/>
                </a:lnTo>
                <a:lnTo>
                  <a:pt x="1836301" y="2793085"/>
                </a:lnTo>
                <a:lnTo>
                  <a:pt x="1853678" y="2751227"/>
                </a:lnTo>
                <a:lnTo>
                  <a:pt x="1872121" y="2709935"/>
                </a:lnTo>
                <a:lnTo>
                  <a:pt x="1891611" y="2669227"/>
                </a:lnTo>
                <a:lnTo>
                  <a:pt x="1912133" y="2629120"/>
                </a:lnTo>
                <a:lnTo>
                  <a:pt x="1933668" y="2589632"/>
                </a:lnTo>
                <a:lnTo>
                  <a:pt x="1956199" y="2550780"/>
                </a:lnTo>
                <a:lnTo>
                  <a:pt x="1979710" y="2512580"/>
                </a:lnTo>
                <a:lnTo>
                  <a:pt x="2004183" y="2475050"/>
                </a:lnTo>
                <a:lnTo>
                  <a:pt x="2029601" y="2438207"/>
                </a:lnTo>
                <a:lnTo>
                  <a:pt x="2055947" y="2402069"/>
                </a:lnTo>
                <a:lnTo>
                  <a:pt x="2083204" y="2366652"/>
                </a:lnTo>
                <a:lnTo>
                  <a:pt x="2111353" y="2331973"/>
                </a:lnTo>
                <a:lnTo>
                  <a:pt x="2140380" y="2298051"/>
                </a:lnTo>
                <a:lnTo>
                  <a:pt x="2170265" y="2264902"/>
                </a:lnTo>
                <a:lnTo>
                  <a:pt x="2200991" y="2232543"/>
                </a:lnTo>
                <a:lnTo>
                  <a:pt x="2232543" y="2200991"/>
                </a:lnTo>
                <a:lnTo>
                  <a:pt x="2264902" y="2170265"/>
                </a:lnTo>
                <a:lnTo>
                  <a:pt x="2298051" y="2140380"/>
                </a:lnTo>
                <a:lnTo>
                  <a:pt x="2331973" y="2111353"/>
                </a:lnTo>
                <a:lnTo>
                  <a:pt x="2366652" y="2083204"/>
                </a:lnTo>
                <a:lnTo>
                  <a:pt x="2402069" y="2055947"/>
                </a:lnTo>
                <a:lnTo>
                  <a:pt x="2438207" y="2029601"/>
                </a:lnTo>
                <a:lnTo>
                  <a:pt x="2475050" y="2004183"/>
                </a:lnTo>
                <a:lnTo>
                  <a:pt x="2512580" y="1979710"/>
                </a:lnTo>
                <a:lnTo>
                  <a:pt x="2550780" y="1956199"/>
                </a:lnTo>
                <a:lnTo>
                  <a:pt x="2589632" y="1933668"/>
                </a:lnTo>
                <a:lnTo>
                  <a:pt x="2629120" y="1912133"/>
                </a:lnTo>
                <a:lnTo>
                  <a:pt x="2669227" y="1891611"/>
                </a:lnTo>
                <a:lnTo>
                  <a:pt x="2709935" y="1872121"/>
                </a:lnTo>
                <a:lnTo>
                  <a:pt x="2751227" y="1853678"/>
                </a:lnTo>
                <a:lnTo>
                  <a:pt x="2793085" y="1836301"/>
                </a:lnTo>
                <a:lnTo>
                  <a:pt x="2835494" y="1820006"/>
                </a:lnTo>
                <a:lnTo>
                  <a:pt x="2878435" y="1804811"/>
                </a:lnTo>
                <a:lnTo>
                  <a:pt x="2921891" y="1790733"/>
                </a:lnTo>
                <a:lnTo>
                  <a:pt x="2965845" y="1777789"/>
                </a:lnTo>
                <a:lnTo>
                  <a:pt x="3010280" y="1765996"/>
                </a:lnTo>
                <a:lnTo>
                  <a:pt x="3055178" y="1755371"/>
                </a:lnTo>
                <a:lnTo>
                  <a:pt x="3100524" y="1745932"/>
                </a:lnTo>
                <a:lnTo>
                  <a:pt x="3146298" y="1737696"/>
                </a:lnTo>
                <a:lnTo>
                  <a:pt x="3192485" y="1730680"/>
                </a:lnTo>
                <a:lnTo>
                  <a:pt x="3239067" y="1724901"/>
                </a:lnTo>
                <a:lnTo>
                  <a:pt x="3286026" y="1720376"/>
                </a:lnTo>
                <a:lnTo>
                  <a:pt x="3333346" y="1717123"/>
                </a:lnTo>
                <a:lnTo>
                  <a:pt x="3381010" y="1715158"/>
                </a:lnTo>
                <a:lnTo>
                  <a:pt x="3428999" y="1714499"/>
                </a:lnTo>
                <a:lnTo>
                  <a:pt x="1714499" y="3428999"/>
                </a:lnTo>
                <a:close/>
              </a:path>
            </a:pathLst>
          </a:custGeom>
          <a:solidFill>
            <a:srgbClr val="783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11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6858000" h="3429000">
                <a:moveTo>
                  <a:pt x="1714487" y="1714500"/>
                </a:moveTo>
                <a:lnTo>
                  <a:pt x="0" y="3429000"/>
                </a:lnTo>
                <a:lnTo>
                  <a:pt x="1714487" y="3429000"/>
                </a:lnTo>
                <a:lnTo>
                  <a:pt x="1714487" y="1714500"/>
                </a:lnTo>
                <a:close/>
              </a:path>
              <a:path w="6858000" h="3429000">
                <a:moveTo>
                  <a:pt x="1714487" y="0"/>
                </a:moveTo>
                <a:lnTo>
                  <a:pt x="0" y="1714500"/>
                </a:lnTo>
                <a:lnTo>
                  <a:pt x="1714487" y="1714500"/>
                </a:lnTo>
                <a:lnTo>
                  <a:pt x="1714487" y="0"/>
                </a:lnTo>
                <a:close/>
              </a:path>
              <a:path w="6858000" h="3429000">
                <a:moveTo>
                  <a:pt x="6857987" y="0"/>
                </a:moveTo>
                <a:lnTo>
                  <a:pt x="3428987" y="0"/>
                </a:lnTo>
                <a:lnTo>
                  <a:pt x="1714487" y="1714500"/>
                </a:lnTo>
                <a:lnTo>
                  <a:pt x="3428987" y="1714500"/>
                </a:lnTo>
                <a:lnTo>
                  <a:pt x="1714487" y="3429000"/>
                </a:lnTo>
                <a:lnTo>
                  <a:pt x="3428987" y="3429000"/>
                </a:lnTo>
                <a:lnTo>
                  <a:pt x="6857987" y="3429000"/>
                </a:lnTo>
                <a:lnTo>
                  <a:pt x="6857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42900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857249" y="1714499"/>
                </a:moveTo>
                <a:lnTo>
                  <a:pt x="0" y="1714499"/>
                </a:lnTo>
                <a:lnTo>
                  <a:pt x="0" y="0"/>
                </a:lnTo>
                <a:lnTo>
                  <a:pt x="1714499" y="0"/>
                </a:lnTo>
                <a:lnTo>
                  <a:pt x="857249" y="857249"/>
                </a:lnTo>
                <a:lnTo>
                  <a:pt x="857249" y="1714499"/>
                </a:lnTo>
                <a:close/>
              </a:path>
              <a:path w="3429000" h="3429000">
                <a:moveTo>
                  <a:pt x="3428999" y="1714499"/>
                </a:moveTo>
                <a:lnTo>
                  <a:pt x="2571749" y="857249"/>
                </a:lnTo>
                <a:lnTo>
                  <a:pt x="1714499" y="857249"/>
                </a:lnTo>
                <a:lnTo>
                  <a:pt x="1714499" y="0"/>
                </a:lnTo>
                <a:lnTo>
                  <a:pt x="3428999" y="0"/>
                </a:lnTo>
                <a:lnTo>
                  <a:pt x="3428999" y="171449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0" y="3428999"/>
                </a:lnTo>
                <a:lnTo>
                  <a:pt x="0" y="1714499"/>
                </a:lnTo>
                <a:lnTo>
                  <a:pt x="857249" y="2571749"/>
                </a:lnTo>
                <a:lnTo>
                  <a:pt x="1714499" y="2571749"/>
                </a:lnTo>
                <a:lnTo>
                  <a:pt x="1714499" y="3428999"/>
                </a:lnTo>
                <a:close/>
              </a:path>
              <a:path w="3429000" h="3429000">
                <a:moveTo>
                  <a:pt x="3428999" y="3428999"/>
                </a:moveTo>
                <a:lnTo>
                  <a:pt x="1714499" y="3428999"/>
                </a:lnTo>
                <a:lnTo>
                  <a:pt x="2571749" y="2571749"/>
                </a:lnTo>
                <a:lnTo>
                  <a:pt x="2571749" y="1714499"/>
                </a:lnTo>
                <a:lnTo>
                  <a:pt x="3428999" y="1714499"/>
                </a:lnTo>
                <a:lnTo>
                  <a:pt x="3428999" y="3428999"/>
                </a:lnTo>
                <a:close/>
              </a:path>
            </a:pathLst>
          </a:custGeom>
          <a:solidFill>
            <a:srgbClr val="F1CB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429000" y="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1714499" y="857249"/>
                </a:moveTo>
                <a:lnTo>
                  <a:pt x="857249" y="857249"/>
                </a:lnTo>
                <a:lnTo>
                  <a:pt x="1714499" y="0"/>
                </a:lnTo>
                <a:lnTo>
                  <a:pt x="1714499" y="857249"/>
                </a:lnTo>
                <a:close/>
              </a:path>
              <a:path w="3429000" h="3429000">
                <a:moveTo>
                  <a:pt x="1714499" y="3428999"/>
                </a:moveTo>
                <a:lnTo>
                  <a:pt x="1714499" y="2571749"/>
                </a:lnTo>
                <a:lnTo>
                  <a:pt x="2571749" y="2571749"/>
                </a:lnTo>
                <a:lnTo>
                  <a:pt x="1714499" y="3428999"/>
                </a:lnTo>
                <a:close/>
              </a:path>
              <a:path w="3429000" h="3429000">
                <a:moveTo>
                  <a:pt x="857249" y="2571749"/>
                </a:moveTo>
                <a:lnTo>
                  <a:pt x="0" y="1714499"/>
                </a:lnTo>
                <a:lnTo>
                  <a:pt x="857249" y="1714499"/>
                </a:lnTo>
                <a:lnTo>
                  <a:pt x="857249" y="2571749"/>
                </a:lnTo>
                <a:close/>
              </a:path>
              <a:path w="3429000" h="3429000">
                <a:moveTo>
                  <a:pt x="3428999" y="1714499"/>
                </a:moveTo>
                <a:lnTo>
                  <a:pt x="2571749" y="1714499"/>
                </a:lnTo>
                <a:lnTo>
                  <a:pt x="2571749" y="857249"/>
                </a:lnTo>
                <a:lnTo>
                  <a:pt x="3428999" y="1714499"/>
                </a:lnTo>
                <a:close/>
              </a:path>
            </a:pathLst>
          </a:custGeom>
          <a:solidFill>
            <a:srgbClr val="3BC4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286249" y="857249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1714499" y="1714499"/>
                </a:moveTo>
                <a:lnTo>
                  <a:pt x="0" y="1714499"/>
                </a:lnTo>
                <a:lnTo>
                  <a:pt x="0" y="0"/>
                </a:lnTo>
                <a:lnTo>
                  <a:pt x="1714499" y="0"/>
                </a:lnTo>
                <a:lnTo>
                  <a:pt x="1714499" y="1714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46946" y="984313"/>
            <a:ext cx="9638030" cy="3473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108470" y="0"/>
            <a:ext cx="7179945" cy="10287000"/>
            <a:chOff x="11108470" y="0"/>
            <a:chExt cx="7179945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5716249" y="2571766"/>
              <a:ext cx="2571750" cy="7715250"/>
            </a:xfrm>
            <a:custGeom>
              <a:avLst/>
              <a:gdLst/>
              <a:ahLst/>
              <a:cxnLst/>
              <a:rect l="l" t="t" r="r" b="b"/>
              <a:pathLst>
                <a:path w="2571750" h="7715250">
                  <a:moveTo>
                    <a:pt x="2571750" y="7715234"/>
                  </a:moveTo>
                  <a:lnTo>
                    <a:pt x="5" y="7715234"/>
                  </a:lnTo>
                  <a:lnTo>
                    <a:pt x="0" y="2596399"/>
                  </a:lnTo>
                  <a:lnTo>
                    <a:pt x="1085" y="2548885"/>
                  </a:lnTo>
                  <a:lnTo>
                    <a:pt x="3094" y="2497618"/>
                  </a:lnTo>
                  <a:lnTo>
                    <a:pt x="6017" y="2446643"/>
                  </a:lnTo>
                  <a:lnTo>
                    <a:pt x="9846" y="2395969"/>
                  </a:lnTo>
                  <a:lnTo>
                    <a:pt x="14574" y="2345603"/>
                  </a:lnTo>
                  <a:lnTo>
                    <a:pt x="20191" y="2295553"/>
                  </a:lnTo>
                  <a:lnTo>
                    <a:pt x="26690" y="2245826"/>
                  </a:lnTo>
                  <a:lnTo>
                    <a:pt x="34062" y="2196431"/>
                  </a:lnTo>
                  <a:lnTo>
                    <a:pt x="42424" y="2146703"/>
                  </a:lnTo>
                  <a:lnTo>
                    <a:pt x="51465" y="2098304"/>
                  </a:lnTo>
                  <a:lnTo>
                    <a:pt x="61332" y="2050312"/>
                  </a:lnTo>
                  <a:lnTo>
                    <a:pt x="72113" y="2002320"/>
                  </a:lnTo>
                  <a:lnTo>
                    <a:pt x="83726" y="1954699"/>
                  </a:lnTo>
                  <a:lnTo>
                    <a:pt x="96162" y="1907456"/>
                  </a:lnTo>
                  <a:lnTo>
                    <a:pt x="109412" y="1860598"/>
                  </a:lnTo>
                  <a:lnTo>
                    <a:pt x="123470" y="1814135"/>
                  </a:lnTo>
                  <a:lnTo>
                    <a:pt x="138326" y="1768072"/>
                  </a:lnTo>
                  <a:lnTo>
                    <a:pt x="153971" y="1722419"/>
                  </a:lnTo>
                  <a:lnTo>
                    <a:pt x="170399" y="1677182"/>
                  </a:lnTo>
                  <a:lnTo>
                    <a:pt x="187600" y="1632371"/>
                  </a:lnTo>
                  <a:lnTo>
                    <a:pt x="205566" y="1587992"/>
                  </a:lnTo>
                  <a:lnTo>
                    <a:pt x="224289" y="1544053"/>
                  </a:lnTo>
                  <a:lnTo>
                    <a:pt x="243760" y="1500562"/>
                  </a:lnTo>
                  <a:lnTo>
                    <a:pt x="263972" y="1457527"/>
                  </a:lnTo>
                  <a:lnTo>
                    <a:pt x="284915" y="1414955"/>
                  </a:lnTo>
                  <a:lnTo>
                    <a:pt x="306582" y="1372855"/>
                  </a:lnTo>
                  <a:lnTo>
                    <a:pt x="328965" y="1331234"/>
                  </a:lnTo>
                  <a:lnTo>
                    <a:pt x="352054" y="1290100"/>
                  </a:lnTo>
                  <a:lnTo>
                    <a:pt x="375842" y="1249460"/>
                  </a:lnTo>
                  <a:lnTo>
                    <a:pt x="400320" y="1209323"/>
                  </a:lnTo>
                  <a:lnTo>
                    <a:pt x="425480" y="1169697"/>
                  </a:lnTo>
                  <a:lnTo>
                    <a:pt x="451314" y="1130588"/>
                  </a:lnTo>
                  <a:lnTo>
                    <a:pt x="477814" y="1092005"/>
                  </a:lnTo>
                  <a:lnTo>
                    <a:pt x="504971" y="1053955"/>
                  </a:lnTo>
                  <a:lnTo>
                    <a:pt x="532776" y="1016447"/>
                  </a:lnTo>
                  <a:lnTo>
                    <a:pt x="561222" y="979488"/>
                  </a:lnTo>
                  <a:lnTo>
                    <a:pt x="590300" y="943085"/>
                  </a:lnTo>
                  <a:lnTo>
                    <a:pt x="620002" y="907248"/>
                  </a:lnTo>
                  <a:lnTo>
                    <a:pt x="650320" y="871982"/>
                  </a:lnTo>
                  <a:lnTo>
                    <a:pt x="681245" y="837297"/>
                  </a:lnTo>
                  <a:lnTo>
                    <a:pt x="712769" y="803200"/>
                  </a:lnTo>
                  <a:lnTo>
                    <a:pt x="744884" y="769699"/>
                  </a:lnTo>
                  <a:lnTo>
                    <a:pt x="777581" y="736801"/>
                  </a:lnTo>
                  <a:lnTo>
                    <a:pt x="810852" y="704514"/>
                  </a:lnTo>
                  <a:lnTo>
                    <a:pt x="844689" y="672846"/>
                  </a:lnTo>
                  <a:lnTo>
                    <a:pt x="879083" y="641805"/>
                  </a:lnTo>
                  <a:lnTo>
                    <a:pt x="914026" y="611399"/>
                  </a:lnTo>
                  <a:lnTo>
                    <a:pt x="949511" y="581635"/>
                  </a:lnTo>
                  <a:lnTo>
                    <a:pt x="985527" y="552521"/>
                  </a:lnTo>
                  <a:lnTo>
                    <a:pt x="1022069" y="524065"/>
                  </a:lnTo>
                  <a:lnTo>
                    <a:pt x="1059125" y="496275"/>
                  </a:lnTo>
                  <a:lnTo>
                    <a:pt x="1096690" y="469158"/>
                  </a:lnTo>
                  <a:lnTo>
                    <a:pt x="1134754" y="442723"/>
                  </a:lnTo>
                  <a:lnTo>
                    <a:pt x="1173309" y="416976"/>
                  </a:lnTo>
                  <a:lnTo>
                    <a:pt x="1212347" y="391926"/>
                  </a:lnTo>
                  <a:lnTo>
                    <a:pt x="1251859" y="367581"/>
                  </a:lnTo>
                  <a:lnTo>
                    <a:pt x="1291837" y="343948"/>
                  </a:lnTo>
                  <a:lnTo>
                    <a:pt x="1332273" y="321035"/>
                  </a:lnTo>
                  <a:lnTo>
                    <a:pt x="1373158" y="298850"/>
                  </a:lnTo>
                  <a:lnTo>
                    <a:pt x="1414485" y="277401"/>
                  </a:lnTo>
                  <a:lnTo>
                    <a:pt x="1456244" y="256695"/>
                  </a:lnTo>
                  <a:lnTo>
                    <a:pt x="1498428" y="236740"/>
                  </a:lnTo>
                  <a:lnTo>
                    <a:pt x="1541028" y="217544"/>
                  </a:lnTo>
                  <a:lnTo>
                    <a:pt x="1584036" y="199115"/>
                  </a:lnTo>
                  <a:lnTo>
                    <a:pt x="1627444" y="181460"/>
                  </a:lnTo>
                  <a:lnTo>
                    <a:pt x="1671243" y="164588"/>
                  </a:lnTo>
                  <a:lnTo>
                    <a:pt x="1715425" y="148506"/>
                  </a:lnTo>
                  <a:lnTo>
                    <a:pt x="1762193" y="133007"/>
                  </a:lnTo>
                  <a:lnTo>
                    <a:pt x="1809691" y="118182"/>
                  </a:lnTo>
                  <a:lnTo>
                    <a:pt x="1857866" y="104065"/>
                  </a:lnTo>
                  <a:lnTo>
                    <a:pt x="1906663" y="90691"/>
                  </a:lnTo>
                  <a:lnTo>
                    <a:pt x="1956030" y="78094"/>
                  </a:lnTo>
                  <a:lnTo>
                    <a:pt x="2005911" y="66308"/>
                  </a:lnTo>
                  <a:lnTo>
                    <a:pt x="2056252" y="55368"/>
                  </a:lnTo>
                  <a:lnTo>
                    <a:pt x="2107001" y="45307"/>
                  </a:lnTo>
                  <a:lnTo>
                    <a:pt x="2158102" y="36160"/>
                  </a:lnTo>
                  <a:lnTo>
                    <a:pt x="2209502" y="27960"/>
                  </a:lnTo>
                  <a:lnTo>
                    <a:pt x="2261147" y="20743"/>
                  </a:lnTo>
                  <a:lnTo>
                    <a:pt x="2312983" y="14542"/>
                  </a:lnTo>
                  <a:lnTo>
                    <a:pt x="2364955" y="9392"/>
                  </a:lnTo>
                  <a:lnTo>
                    <a:pt x="2417010" y="5327"/>
                  </a:lnTo>
                  <a:lnTo>
                    <a:pt x="2469095" y="2381"/>
                  </a:lnTo>
                  <a:lnTo>
                    <a:pt x="2521154" y="589"/>
                  </a:lnTo>
                  <a:lnTo>
                    <a:pt x="2571750" y="0"/>
                  </a:lnTo>
                  <a:lnTo>
                    <a:pt x="2571750" y="7715234"/>
                  </a:lnTo>
                  <a:close/>
                </a:path>
              </a:pathLst>
            </a:custGeom>
            <a:solidFill>
              <a:srgbClr val="AF6F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717020" y="7715249"/>
              <a:ext cx="2570480" cy="2570480"/>
            </a:xfrm>
            <a:custGeom>
              <a:avLst/>
              <a:gdLst/>
              <a:ahLst/>
              <a:cxnLst/>
              <a:rect l="l" t="t" r="r" b="b"/>
              <a:pathLst>
                <a:path w="2570480" h="2570479">
                  <a:moveTo>
                    <a:pt x="1285103" y="2570207"/>
                  </a:moveTo>
                  <a:lnTo>
                    <a:pt x="0" y="2570207"/>
                  </a:lnTo>
                  <a:lnTo>
                    <a:pt x="0" y="1925753"/>
                  </a:lnTo>
                  <a:lnTo>
                    <a:pt x="1285103" y="2570207"/>
                  </a:lnTo>
                  <a:close/>
                </a:path>
                <a:path w="2570480" h="2570479">
                  <a:moveTo>
                    <a:pt x="1285103" y="1268963"/>
                  </a:moveTo>
                  <a:lnTo>
                    <a:pt x="0" y="686553"/>
                  </a:lnTo>
                  <a:lnTo>
                    <a:pt x="0" y="605283"/>
                  </a:lnTo>
                  <a:lnTo>
                    <a:pt x="1249840" y="0"/>
                  </a:lnTo>
                  <a:lnTo>
                    <a:pt x="2570207" y="617312"/>
                  </a:lnTo>
                  <a:lnTo>
                    <a:pt x="2570207" y="685423"/>
                  </a:lnTo>
                  <a:lnTo>
                    <a:pt x="1285103" y="1268963"/>
                  </a:lnTo>
                  <a:close/>
                </a:path>
              </a:pathLst>
            </a:custGeom>
            <a:solidFill>
              <a:srgbClr val="F1CB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717020" y="8037502"/>
              <a:ext cx="2570480" cy="2248535"/>
            </a:xfrm>
            <a:custGeom>
              <a:avLst/>
              <a:gdLst/>
              <a:ahLst/>
              <a:cxnLst/>
              <a:rect l="l" t="t" r="r" b="b"/>
              <a:pathLst>
                <a:path w="2570480" h="2248534">
                  <a:moveTo>
                    <a:pt x="1285103" y="2248366"/>
                  </a:moveTo>
                  <a:lnTo>
                    <a:pt x="2570207" y="1600057"/>
                  </a:lnTo>
                  <a:lnTo>
                    <a:pt x="2570207" y="2247955"/>
                  </a:lnTo>
                  <a:lnTo>
                    <a:pt x="1285103" y="2248366"/>
                  </a:lnTo>
                  <a:close/>
                </a:path>
                <a:path w="2570480" h="2248534">
                  <a:moveTo>
                    <a:pt x="643682" y="656019"/>
                  </a:moveTo>
                  <a:lnTo>
                    <a:pt x="0" y="364301"/>
                  </a:lnTo>
                  <a:lnTo>
                    <a:pt x="0" y="283031"/>
                  </a:lnTo>
                  <a:lnTo>
                    <a:pt x="584413" y="0"/>
                  </a:lnTo>
                  <a:lnTo>
                    <a:pt x="1264953" y="335360"/>
                  </a:lnTo>
                  <a:lnTo>
                    <a:pt x="643682" y="656019"/>
                  </a:lnTo>
                  <a:close/>
                </a:path>
                <a:path w="2570480" h="2248534">
                  <a:moveTo>
                    <a:pt x="1926524" y="655454"/>
                  </a:moveTo>
                  <a:lnTo>
                    <a:pt x="1264953" y="335360"/>
                  </a:lnTo>
                  <a:lnTo>
                    <a:pt x="1927655" y="0"/>
                  </a:lnTo>
                  <a:lnTo>
                    <a:pt x="2570207" y="295008"/>
                  </a:lnTo>
                  <a:lnTo>
                    <a:pt x="2570207" y="363118"/>
                  </a:lnTo>
                  <a:lnTo>
                    <a:pt x="1926524" y="655454"/>
                  </a:lnTo>
                  <a:close/>
                </a:path>
              </a:pathLst>
            </a:custGeom>
            <a:solidFill>
              <a:srgbClr val="5CE2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717020" y="8400621"/>
              <a:ext cx="2570480" cy="1886585"/>
            </a:xfrm>
            <a:custGeom>
              <a:avLst/>
              <a:gdLst/>
              <a:ahLst/>
              <a:cxnLst/>
              <a:rect l="l" t="t" r="r" b="b"/>
              <a:pathLst>
                <a:path w="2570480" h="1886584">
                  <a:moveTo>
                    <a:pt x="1926524" y="912680"/>
                  </a:moveTo>
                  <a:lnTo>
                    <a:pt x="1926524" y="292284"/>
                  </a:lnTo>
                  <a:lnTo>
                    <a:pt x="2570207" y="0"/>
                  </a:lnTo>
                  <a:lnTo>
                    <a:pt x="2569047" y="583591"/>
                  </a:lnTo>
                  <a:lnTo>
                    <a:pt x="2569025" y="594437"/>
                  </a:lnTo>
                  <a:lnTo>
                    <a:pt x="1926524" y="912680"/>
                  </a:lnTo>
                  <a:close/>
                </a:path>
                <a:path w="2570480" h="1886584">
                  <a:moveTo>
                    <a:pt x="643682" y="1563406"/>
                  </a:moveTo>
                  <a:lnTo>
                    <a:pt x="0" y="1240382"/>
                  </a:lnTo>
                  <a:lnTo>
                    <a:pt x="0" y="1182"/>
                  </a:lnTo>
                  <a:lnTo>
                    <a:pt x="1150" y="583591"/>
                  </a:lnTo>
                  <a:lnTo>
                    <a:pt x="1182" y="599732"/>
                  </a:lnTo>
                  <a:lnTo>
                    <a:pt x="643682" y="913811"/>
                  </a:lnTo>
                  <a:lnTo>
                    <a:pt x="643682" y="1563406"/>
                  </a:lnTo>
                  <a:close/>
                </a:path>
                <a:path w="2570480" h="1886584">
                  <a:moveTo>
                    <a:pt x="1285103" y="1240382"/>
                  </a:moveTo>
                  <a:lnTo>
                    <a:pt x="643682" y="913811"/>
                  </a:lnTo>
                  <a:lnTo>
                    <a:pt x="643682" y="292900"/>
                  </a:lnTo>
                  <a:lnTo>
                    <a:pt x="1285103" y="583591"/>
                  </a:lnTo>
                  <a:lnTo>
                    <a:pt x="1286241" y="1238672"/>
                  </a:lnTo>
                  <a:lnTo>
                    <a:pt x="1285103" y="1239251"/>
                  </a:lnTo>
                  <a:lnTo>
                    <a:pt x="1285103" y="1240382"/>
                  </a:lnTo>
                  <a:close/>
                </a:path>
                <a:path w="2570480" h="1886584">
                  <a:moveTo>
                    <a:pt x="1287359" y="1882984"/>
                  </a:moveTo>
                  <a:lnTo>
                    <a:pt x="1286244" y="1240382"/>
                  </a:lnTo>
                  <a:lnTo>
                    <a:pt x="1286241" y="1238672"/>
                  </a:lnTo>
                  <a:lnTo>
                    <a:pt x="1926524" y="912680"/>
                  </a:lnTo>
                  <a:lnTo>
                    <a:pt x="1926524" y="1562223"/>
                  </a:lnTo>
                  <a:lnTo>
                    <a:pt x="1287359" y="1882984"/>
                  </a:lnTo>
                  <a:close/>
                </a:path>
                <a:path w="2570480" h="1886584">
                  <a:moveTo>
                    <a:pt x="1285103" y="1884116"/>
                  </a:moveTo>
                  <a:lnTo>
                    <a:pt x="1285103" y="1239251"/>
                  </a:lnTo>
                  <a:lnTo>
                    <a:pt x="1286241" y="1238672"/>
                  </a:lnTo>
                  <a:lnTo>
                    <a:pt x="1287359" y="1882984"/>
                  </a:lnTo>
                  <a:lnTo>
                    <a:pt x="1285103" y="1884116"/>
                  </a:lnTo>
                  <a:close/>
                </a:path>
                <a:path w="2570480" h="1886584">
                  <a:moveTo>
                    <a:pt x="1287365" y="1886378"/>
                  </a:moveTo>
                  <a:lnTo>
                    <a:pt x="1285103" y="1885247"/>
                  </a:lnTo>
                  <a:lnTo>
                    <a:pt x="1285103" y="1884116"/>
                  </a:lnTo>
                  <a:lnTo>
                    <a:pt x="1287359" y="1882984"/>
                  </a:lnTo>
                  <a:lnTo>
                    <a:pt x="1287365" y="18863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717020" y="8401803"/>
              <a:ext cx="2570480" cy="1884680"/>
            </a:xfrm>
            <a:custGeom>
              <a:avLst/>
              <a:gdLst/>
              <a:ahLst/>
              <a:cxnLst/>
              <a:rect l="l" t="t" r="r" b="b"/>
              <a:pathLst>
                <a:path w="2570480" h="1884679">
                  <a:moveTo>
                    <a:pt x="643682" y="912629"/>
                  </a:moveTo>
                  <a:lnTo>
                    <a:pt x="1182" y="598550"/>
                  </a:lnTo>
                  <a:lnTo>
                    <a:pt x="0" y="0"/>
                  </a:lnTo>
                  <a:lnTo>
                    <a:pt x="643682" y="291718"/>
                  </a:lnTo>
                  <a:lnTo>
                    <a:pt x="643682" y="912629"/>
                  </a:lnTo>
                  <a:close/>
                </a:path>
                <a:path w="2570480" h="1884679">
                  <a:moveTo>
                    <a:pt x="1926524" y="1561041"/>
                  </a:moveTo>
                  <a:lnTo>
                    <a:pt x="1926524" y="911498"/>
                  </a:lnTo>
                  <a:lnTo>
                    <a:pt x="2569025" y="593203"/>
                  </a:lnTo>
                  <a:lnTo>
                    <a:pt x="2570205" y="0"/>
                  </a:lnTo>
                  <a:lnTo>
                    <a:pt x="2570207" y="1235755"/>
                  </a:lnTo>
                  <a:lnTo>
                    <a:pt x="1926524" y="1561041"/>
                  </a:lnTo>
                  <a:close/>
                </a:path>
                <a:path w="2570480" h="1884679">
                  <a:moveTo>
                    <a:pt x="1285103" y="1238069"/>
                  </a:moveTo>
                  <a:lnTo>
                    <a:pt x="1285103" y="582409"/>
                  </a:lnTo>
                  <a:lnTo>
                    <a:pt x="1926524" y="291101"/>
                  </a:lnTo>
                  <a:lnTo>
                    <a:pt x="1926524" y="911498"/>
                  </a:lnTo>
                  <a:lnTo>
                    <a:pt x="1285103" y="1238069"/>
                  </a:lnTo>
                  <a:close/>
                </a:path>
                <a:path w="2570480" h="1884679">
                  <a:moveTo>
                    <a:pt x="1285103" y="1884065"/>
                  </a:moveTo>
                  <a:lnTo>
                    <a:pt x="643682" y="1562223"/>
                  </a:lnTo>
                  <a:lnTo>
                    <a:pt x="643682" y="912629"/>
                  </a:lnTo>
                  <a:lnTo>
                    <a:pt x="1285103" y="1239200"/>
                  </a:lnTo>
                  <a:lnTo>
                    <a:pt x="1285103" y="1884065"/>
                  </a:lnTo>
                  <a:close/>
                </a:path>
              </a:pathLst>
            </a:custGeom>
            <a:solidFill>
              <a:srgbClr val="783C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717020" y="7715249"/>
              <a:ext cx="2570480" cy="617855"/>
            </a:xfrm>
            <a:custGeom>
              <a:avLst/>
              <a:gdLst/>
              <a:ahLst/>
              <a:cxnLst/>
              <a:rect l="l" t="t" r="r" b="b"/>
              <a:pathLst>
                <a:path w="2570480" h="617854">
                  <a:moveTo>
                    <a:pt x="0" y="605283"/>
                  </a:moveTo>
                  <a:lnTo>
                    <a:pt x="0" y="0"/>
                  </a:lnTo>
                  <a:lnTo>
                    <a:pt x="1249840" y="0"/>
                  </a:lnTo>
                  <a:lnTo>
                    <a:pt x="0" y="605283"/>
                  </a:lnTo>
                  <a:close/>
                </a:path>
                <a:path w="2570480" h="617854">
                  <a:moveTo>
                    <a:pt x="2570207" y="617261"/>
                  </a:moveTo>
                  <a:lnTo>
                    <a:pt x="1249840" y="0"/>
                  </a:lnTo>
                  <a:lnTo>
                    <a:pt x="2570207" y="0"/>
                  </a:lnTo>
                  <a:lnTo>
                    <a:pt x="2570207" y="617261"/>
                  </a:lnTo>
                  <a:close/>
                </a:path>
              </a:pathLst>
            </a:custGeom>
            <a:solidFill>
              <a:srgbClr val="3BC4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3144499" y="0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257175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3C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144504" y="10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2571744" y="0"/>
                  </a:moveTo>
                  <a:lnTo>
                    <a:pt x="2571744" y="2571739"/>
                  </a:lnTo>
                  <a:lnTo>
                    <a:pt x="0" y="2571739"/>
                  </a:lnTo>
                  <a:lnTo>
                    <a:pt x="48315" y="2571294"/>
                  </a:lnTo>
                  <a:lnTo>
                    <a:pt x="96414" y="2569965"/>
                  </a:lnTo>
                  <a:lnTo>
                    <a:pt x="144289" y="2567760"/>
                  </a:lnTo>
                  <a:lnTo>
                    <a:pt x="191932" y="2564685"/>
                  </a:lnTo>
                  <a:lnTo>
                    <a:pt x="239336" y="2560750"/>
                  </a:lnTo>
                  <a:lnTo>
                    <a:pt x="286493" y="2555961"/>
                  </a:lnTo>
                  <a:lnTo>
                    <a:pt x="333394" y="2550327"/>
                  </a:lnTo>
                  <a:lnTo>
                    <a:pt x="380033" y="2543855"/>
                  </a:lnTo>
                  <a:lnTo>
                    <a:pt x="426402" y="2536553"/>
                  </a:lnTo>
                  <a:lnTo>
                    <a:pt x="472492" y="2528429"/>
                  </a:lnTo>
                  <a:lnTo>
                    <a:pt x="518296" y="2519491"/>
                  </a:lnTo>
                  <a:lnTo>
                    <a:pt x="563806" y="2509746"/>
                  </a:lnTo>
                  <a:lnTo>
                    <a:pt x="609015" y="2499202"/>
                  </a:lnTo>
                  <a:lnTo>
                    <a:pt x="653914" y="2487867"/>
                  </a:lnTo>
                  <a:lnTo>
                    <a:pt x="698496" y="2475748"/>
                  </a:lnTo>
                  <a:lnTo>
                    <a:pt x="742754" y="2462855"/>
                  </a:lnTo>
                  <a:lnTo>
                    <a:pt x="786678" y="2449193"/>
                  </a:lnTo>
                  <a:lnTo>
                    <a:pt x="830262" y="2434771"/>
                  </a:lnTo>
                  <a:lnTo>
                    <a:pt x="873498" y="2419597"/>
                  </a:lnTo>
                  <a:lnTo>
                    <a:pt x="916378" y="2403679"/>
                  </a:lnTo>
                  <a:lnTo>
                    <a:pt x="958894" y="2387024"/>
                  </a:lnTo>
                  <a:lnTo>
                    <a:pt x="1001039" y="2369640"/>
                  </a:lnTo>
                  <a:lnTo>
                    <a:pt x="1042804" y="2351534"/>
                  </a:lnTo>
                  <a:lnTo>
                    <a:pt x="1084183" y="2332716"/>
                  </a:lnTo>
                  <a:lnTo>
                    <a:pt x="1125166" y="2313192"/>
                  </a:lnTo>
                  <a:lnTo>
                    <a:pt x="1165747" y="2292969"/>
                  </a:lnTo>
                  <a:lnTo>
                    <a:pt x="1205917" y="2272057"/>
                  </a:lnTo>
                  <a:lnTo>
                    <a:pt x="1245670" y="2250463"/>
                  </a:lnTo>
                  <a:lnTo>
                    <a:pt x="1284996" y="2228194"/>
                  </a:lnTo>
                  <a:lnTo>
                    <a:pt x="1323889" y="2205258"/>
                  </a:lnTo>
                  <a:lnTo>
                    <a:pt x="1362340" y="2181663"/>
                  </a:lnTo>
                  <a:lnTo>
                    <a:pt x="1400342" y="2157417"/>
                  </a:lnTo>
                  <a:lnTo>
                    <a:pt x="1437887" y="2132527"/>
                  </a:lnTo>
                  <a:lnTo>
                    <a:pt x="1474967" y="2107002"/>
                  </a:lnTo>
                  <a:lnTo>
                    <a:pt x="1511575" y="2080849"/>
                  </a:lnTo>
                  <a:lnTo>
                    <a:pt x="1547702" y="2054076"/>
                  </a:lnTo>
                  <a:lnTo>
                    <a:pt x="1583342" y="2026690"/>
                  </a:lnTo>
                  <a:lnTo>
                    <a:pt x="1618485" y="1998700"/>
                  </a:lnTo>
                  <a:lnTo>
                    <a:pt x="1653125" y="1970112"/>
                  </a:lnTo>
                  <a:lnTo>
                    <a:pt x="1687253" y="1940936"/>
                  </a:lnTo>
                  <a:lnTo>
                    <a:pt x="1720863" y="1911178"/>
                  </a:lnTo>
                  <a:lnTo>
                    <a:pt x="1753945" y="1880847"/>
                  </a:lnTo>
                  <a:lnTo>
                    <a:pt x="1786493" y="1849950"/>
                  </a:lnTo>
                  <a:lnTo>
                    <a:pt x="1818498" y="1818495"/>
                  </a:lnTo>
                  <a:lnTo>
                    <a:pt x="1849953" y="1786490"/>
                  </a:lnTo>
                  <a:lnTo>
                    <a:pt x="1880850" y="1753943"/>
                  </a:lnTo>
                  <a:lnTo>
                    <a:pt x="1911181" y="1720860"/>
                  </a:lnTo>
                  <a:lnTo>
                    <a:pt x="1940939" y="1687251"/>
                  </a:lnTo>
                  <a:lnTo>
                    <a:pt x="1970115" y="1653123"/>
                  </a:lnTo>
                  <a:lnTo>
                    <a:pt x="1998703" y="1618483"/>
                  </a:lnTo>
                  <a:lnTo>
                    <a:pt x="2026693" y="1583340"/>
                  </a:lnTo>
                  <a:lnTo>
                    <a:pt x="2054079" y="1547700"/>
                  </a:lnTo>
                  <a:lnTo>
                    <a:pt x="2080852" y="1511573"/>
                  </a:lnTo>
                  <a:lnTo>
                    <a:pt x="2107006" y="1474965"/>
                  </a:lnTo>
                  <a:lnTo>
                    <a:pt x="2132531" y="1437885"/>
                  </a:lnTo>
                  <a:lnTo>
                    <a:pt x="2157421" y="1400340"/>
                  </a:lnTo>
                  <a:lnTo>
                    <a:pt x="2181667" y="1362338"/>
                  </a:lnTo>
                  <a:lnTo>
                    <a:pt x="2205262" y="1323887"/>
                  </a:lnTo>
                  <a:lnTo>
                    <a:pt x="2228198" y="1284995"/>
                  </a:lnTo>
                  <a:lnTo>
                    <a:pt x="2250467" y="1245668"/>
                  </a:lnTo>
                  <a:lnTo>
                    <a:pt x="2272061" y="1205916"/>
                  </a:lnTo>
                  <a:lnTo>
                    <a:pt x="2292974" y="1165746"/>
                  </a:lnTo>
                  <a:lnTo>
                    <a:pt x="2313196" y="1125165"/>
                  </a:lnTo>
                  <a:lnTo>
                    <a:pt x="2332720" y="1084182"/>
                  </a:lnTo>
                  <a:lnTo>
                    <a:pt x="2351539" y="1042803"/>
                  </a:lnTo>
                  <a:lnTo>
                    <a:pt x="2369644" y="1001038"/>
                  </a:lnTo>
                  <a:lnTo>
                    <a:pt x="2387028" y="958894"/>
                  </a:lnTo>
                  <a:lnTo>
                    <a:pt x="2403683" y="916378"/>
                  </a:lnTo>
                  <a:lnTo>
                    <a:pt x="2419602" y="873498"/>
                  </a:lnTo>
                  <a:lnTo>
                    <a:pt x="2434776" y="830262"/>
                  </a:lnTo>
                  <a:lnTo>
                    <a:pt x="2449197" y="786678"/>
                  </a:lnTo>
                  <a:lnTo>
                    <a:pt x="2462859" y="742753"/>
                  </a:lnTo>
                  <a:lnTo>
                    <a:pt x="2475753" y="698496"/>
                  </a:lnTo>
                  <a:lnTo>
                    <a:pt x="2487872" y="653914"/>
                  </a:lnTo>
                  <a:lnTo>
                    <a:pt x="2499207" y="609015"/>
                  </a:lnTo>
                  <a:lnTo>
                    <a:pt x="2509751" y="563806"/>
                  </a:lnTo>
                  <a:lnTo>
                    <a:pt x="2519496" y="518296"/>
                  </a:lnTo>
                  <a:lnTo>
                    <a:pt x="2528434" y="472492"/>
                  </a:lnTo>
                  <a:lnTo>
                    <a:pt x="2536558" y="426402"/>
                  </a:lnTo>
                  <a:lnTo>
                    <a:pt x="2543860" y="380033"/>
                  </a:lnTo>
                  <a:lnTo>
                    <a:pt x="2550332" y="333394"/>
                  </a:lnTo>
                  <a:lnTo>
                    <a:pt x="2555966" y="286493"/>
                  </a:lnTo>
                  <a:lnTo>
                    <a:pt x="2560755" y="239336"/>
                  </a:lnTo>
                  <a:lnTo>
                    <a:pt x="2564690" y="191932"/>
                  </a:lnTo>
                  <a:lnTo>
                    <a:pt x="2567765" y="144289"/>
                  </a:lnTo>
                  <a:lnTo>
                    <a:pt x="2569970" y="96414"/>
                  </a:lnTo>
                  <a:lnTo>
                    <a:pt x="2571300" y="48315"/>
                  </a:lnTo>
                  <a:lnTo>
                    <a:pt x="2571744" y="0"/>
                  </a:lnTo>
                  <a:close/>
                </a:path>
              </a:pathLst>
            </a:custGeom>
            <a:solidFill>
              <a:srgbClr val="F1CB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144499" y="0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2048805" y="0"/>
                  </a:moveTo>
                  <a:lnTo>
                    <a:pt x="2571750" y="10"/>
                  </a:lnTo>
                  <a:lnTo>
                    <a:pt x="2571305" y="48325"/>
                  </a:lnTo>
                  <a:lnTo>
                    <a:pt x="2569976" y="96424"/>
                  </a:lnTo>
                  <a:lnTo>
                    <a:pt x="2567770" y="144299"/>
                  </a:lnTo>
                  <a:lnTo>
                    <a:pt x="2564696" y="191942"/>
                  </a:lnTo>
                  <a:lnTo>
                    <a:pt x="2560760" y="239346"/>
                  </a:lnTo>
                  <a:lnTo>
                    <a:pt x="2555971" y="286503"/>
                  </a:lnTo>
                  <a:lnTo>
                    <a:pt x="2550337" y="333405"/>
                  </a:lnTo>
                  <a:lnTo>
                    <a:pt x="2543865" y="380044"/>
                  </a:lnTo>
                  <a:lnTo>
                    <a:pt x="2536563" y="426412"/>
                  </a:lnTo>
                  <a:lnTo>
                    <a:pt x="2528439" y="472502"/>
                  </a:lnTo>
                  <a:lnTo>
                    <a:pt x="2519501" y="518306"/>
                  </a:lnTo>
                  <a:lnTo>
                    <a:pt x="2509756" y="563816"/>
                  </a:lnTo>
                  <a:lnTo>
                    <a:pt x="2499212" y="609025"/>
                  </a:lnTo>
                  <a:lnTo>
                    <a:pt x="2487877" y="653924"/>
                  </a:lnTo>
                  <a:lnTo>
                    <a:pt x="2475758" y="698506"/>
                  </a:lnTo>
                  <a:lnTo>
                    <a:pt x="2462864" y="742764"/>
                  </a:lnTo>
                  <a:lnTo>
                    <a:pt x="2449203" y="786688"/>
                  </a:lnTo>
                  <a:lnTo>
                    <a:pt x="2434781" y="830272"/>
                  </a:lnTo>
                  <a:lnTo>
                    <a:pt x="2419607" y="873508"/>
                  </a:lnTo>
                  <a:lnTo>
                    <a:pt x="2403688" y="916388"/>
                  </a:lnTo>
                  <a:lnTo>
                    <a:pt x="2387033" y="958904"/>
                  </a:lnTo>
                  <a:lnTo>
                    <a:pt x="2369649" y="1001049"/>
                  </a:lnTo>
                  <a:lnTo>
                    <a:pt x="2351544" y="1042814"/>
                  </a:lnTo>
                  <a:lnTo>
                    <a:pt x="2332725" y="1084192"/>
                  </a:lnTo>
                  <a:lnTo>
                    <a:pt x="2313201" y="1125175"/>
                  </a:lnTo>
                  <a:lnTo>
                    <a:pt x="2292979" y="1165756"/>
                  </a:lnTo>
                  <a:lnTo>
                    <a:pt x="2272066" y="1205926"/>
                  </a:lnTo>
                  <a:lnTo>
                    <a:pt x="2250472" y="1245679"/>
                  </a:lnTo>
                  <a:lnTo>
                    <a:pt x="2228203" y="1285005"/>
                  </a:lnTo>
                  <a:lnTo>
                    <a:pt x="2205267" y="1323898"/>
                  </a:lnTo>
                  <a:lnTo>
                    <a:pt x="2181672" y="1362349"/>
                  </a:lnTo>
                  <a:lnTo>
                    <a:pt x="2157426" y="1400351"/>
                  </a:lnTo>
                  <a:lnTo>
                    <a:pt x="2132536" y="1437896"/>
                  </a:lnTo>
                  <a:lnTo>
                    <a:pt x="2107010" y="1474976"/>
                  </a:lnTo>
                  <a:lnTo>
                    <a:pt x="2080857" y="1511583"/>
                  </a:lnTo>
                  <a:lnTo>
                    <a:pt x="2054084" y="1547711"/>
                  </a:lnTo>
                  <a:lnTo>
                    <a:pt x="2026698" y="1583350"/>
                  </a:lnTo>
                  <a:lnTo>
                    <a:pt x="1998707" y="1618493"/>
                  </a:lnTo>
                  <a:lnTo>
                    <a:pt x="1970120" y="1653133"/>
                  </a:lnTo>
                  <a:lnTo>
                    <a:pt x="1940944" y="1687261"/>
                  </a:lnTo>
                  <a:lnTo>
                    <a:pt x="1911186" y="1720871"/>
                  </a:lnTo>
                  <a:lnTo>
                    <a:pt x="1880855" y="1753953"/>
                  </a:lnTo>
                  <a:lnTo>
                    <a:pt x="1849958" y="1786501"/>
                  </a:lnTo>
                  <a:lnTo>
                    <a:pt x="1818503" y="1818506"/>
                  </a:lnTo>
                  <a:lnTo>
                    <a:pt x="1786497" y="1849961"/>
                  </a:lnTo>
                  <a:lnTo>
                    <a:pt x="1753950" y="1880858"/>
                  </a:lnTo>
                  <a:lnTo>
                    <a:pt x="1720867" y="1911189"/>
                  </a:lnTo>
                  <a:lnTo>
                    <a:pt x="1687258" y="1940946"/>
                  </a:lnTo>
                  <a:lnTo>
                    <a:pt x="1653129" y="1970123"/>
                  </a:lnTo>
                  <a:lnTo>
                    <a:pt x="1618489" y="1998710"/>
                  </a:lnTo>
                  <a:lnTo>
                    <a:pt x="1583346" y="2026700"/>
                  </a:lnTo>
                  <a:lnTo>
                    <a:pt x="1547706" y="2054086"/>
                  </a:lnTo>
                  <a:lnTo>
                    <a:pt x="1511579" y="2080859"/>
                  </a:lnTo>
                  <a:lnTo>
                    <a:pt x="1474971" y="2107012"/>
                  </a:lnTo>
                  <a:lnTo>
                    <a:pt x="1437891" y="2132538"/>
                  </a:lnTo>
                  <a:lnTo>
                    <a:pt x="1400346" y="2157427"/>
                  </a:lnTo>
                  <a:lnTo>
                    <a:pt x="1362344" y="2181673"/>
                  </a:lnTo>
                  <a:lnTo>
                    <a:pt x="1323892" y="2205268"/>
                  </a:lnTo>
                  <a:lnTo>
                    <a:pt x="1285000" y="2228204"/>
                  </a:lnTo>
                  <a:lnTo>
                    <a:pt x="1245673" y="2250473"/>
                  </a:lnTo>
                  <a:lnTo>
                    <a:pt x="1205921" y="2272068"/>
                  </a:lnTo>
                  <a:lnTo>
                    <a:pt x="1165750" y="2292980"/>
                  </a:lnTo>
                  <a:lnTo>
                    <a:pt x="1125169" y="2313202"/>
                  </a:lnTo>
                  <a:lnTo>
                    <a:pt x="1084186" y="2332726"/>
                  </a:lnTo>
                  <a:lnTo>
                    <a:pt x="1042807" y="2351545"/>
                  </a:lnTo>
                  <a:lnTo>
                    <a:pt x="1001042" y="2369650"/>
                  </a:lnTo>
                  <a:lnTo>
                    <a:pt x="958897" y="2387034"/>
                  </a:lnTo>
                  <a:lnTo>
                    <a:pt x="916381" y="2403689"/>
                  </a:lnTo>
                  <a:lnTo>
                    <a:pt x="873501" y="2419608"/>
                  </a:lnTo>
                  <a:lnTo>
                    <a:pt x="830265" y="2434781"/>
                  </a:lnTo>
                  <a:lnTo>
                    <a:pt x="786681" y="2449203"/>
                  </a:lnTo>
                  <a:lnTo>
                    <a:pt x="742756" y="2462865"/>
                  </a:lnTo>
                  <a:lnTo>
                    <a:pt x="698499" y="2475759"/>
                  </a:lnTo>
                  <a:lnTo>
                    <a:pt x="653916" y="2487877"/>
                  </a:lnTo>
                  <a:lnTo>
                    <a:pt x="609017" y="2499212"/>
                  </a:lnTo>
                  <a:lnTo>
                    <a:pt x="563808" y="2509756"/>
                  </a:lnTo>
                  <a:lnTo>
                    <a:pt x="518298" y="2519501"/>
                  </a:lnTo>
                  <a:lnTo>
                    <a:pt x="472494" y="2528439"/>
                  </a:lnTo>
                  <a:lnTo>
                    <a:pt x="426403" y="2536563"/>
                  </a:lnTo>
                  <a:lnTo>
                    <a:pt x="380035" y="2543865"/>
                  </a:lnTo>
                  <a:lnTo>
                    <a:pt x="333395" y="2550337"/>
                  </a:lnTo>
                  <a:lnTo>
                    <a:pt x="286494" y="2555971"/>
                  </a:lnTo>
                  <a:lnTo>
                    <a:pt x="239337" y="2560760"/>
                  </a:lnTo>
                  <a:lnTo>
                    <a:pt x="191933" y="2564696"/>
                  </a:lnTo>
                  <a:lnTo>
                    <a:pt x="144289" y="2567770"/>
                  </a:lnTo>
                  <a:lnTo>
                    <a:pt x="96414" y="2569976"/>
                  </a:lnTo>
                  <a:lnTo>
                    <a:pt x="48315" y="2571305"/>
                  </a:lnTo>
                  <a:lnTo>
                    <a:pt x="0" y="2571750"/>
                  </a:lnTo>
                  <a:lnTo>
                    <a:pt x="5" y="2048800"/>
                  </a:lnTo>
                  <a:lnTo>
                    <a:pt x="48365" y="2048240"/>
                  </a:lnTo>
                  <a:lnTo>
                    <a:pt x="96451" y="2046570"/>
                  </a:lnTo>
                  <a:lnTo>
                    <a:pt x="144250" y="2043801"/>
                  </a:lnTo>
                  <a:lnTo>
                    <a:pt x="191749" y="2039945"/>
                  </a:lnTo>
                  <a:lnTo>
                    <a:pt x="238938" y="2035016"/>
                  </a:lnTo>
                  <a:lnTo>
                    <a:pt x="285802" y="2029025"/>
                  </a:lnTo>
                  <a:lnTo>
                    <a:pt x="332330" y="2021984"/>
                  </a:lnTo>
                  <a:lnTo>
                    <a:pt x="378510" y="2013907"/>
                  </a:lnTo>
                  <a:lnTo>
                    <a:pt x="424329" y="2004804"/>
                  </a:lnTo>
                  <a:lnTo>
                    <a:pt x="469775" y="1994689"/>
                  </a:lnTo>
                  <a:lnTo>
                    <a:pt x="514836" y="1983574"/>
                  </a:lnTo>
                  <a:lnTo>
                    <a:pt x="559499" y="1971471"/>
                  </a:lnTo>
                  <a:lnTo>
                    <a:pt x="603752" y="1958393"/>
                  </a:lnTo>
                  <a:lnTo>
                    <a:pt x="647583" y="1944351"/>
                  </a:lnTo>
                  <a:lnTo>
                    <a:pt x="690980" y="1929358"/>
                  </a:lnTo>
                  <a:lnTo>
                    <a:pt x="733929" y="1913426"/>
                  </a:lnTo>
                  <a:lnTo>
                    <a:pt x="776420" y="1896568"/>
                  </a:lnTo>
                  <a:lnTo>
                    <a:pt x="818439" y="1878795"/>
                  </a:lnTo>
                  <a:lnTo>
                    <a:pt x="859975" y="1860121"/>
                  </a:lnTo>
                  <a:lnTo>
                    <a:pt x="901014" y="1840558"/>
                  </a:lnTo>
                  <a:lnTo>
                    <a:pt x="941545" y="1820117"/>
                  </a:lnTo>
                  <a:lnTo>
                    <a:pt x="981556" y="1798811"/>
                  </a:lnTo>
                  <a:lnTo>
                    <a:pt x="1021034" y="1776652"/>
                  </a:lnTo>
                  <a:lnTo>
                    <a:pt x="1059966" y="1753654"/>
                  </a:lnTo>
                  <a:lnTo>
                    <a:pt x="1098341" y="1729827"/>
                  </a:lnTo>
                  <a:lnTo>
                    <a:pt x="1136146" y="1705184"/>
                  </a:lnTo>
                  <a:lnTo>
                    <a:pt x="1173370" y="1679738"/>
                  </a:lnTo>
                  <a:lnTo>
                    <a:pt x="1209998" y="1653501"/>
                  </a:lnTo>
                  <a:lnTo>
                    <a:pt x="1246021" y="1626485"/>
                  </a:lnTo>
                  <a:lnTo>
                    <a:pt x="1281424" y="1598702"/>
                  </a:lnTo>
                  <a:lnTo>
                    <a:pt x="1316196" y="1570165"/>
                  </a:lnTo>
                  <a:lnTo>
                    <a:pt x="1350324" y="1540886"/>
                  </a:lnTo>
                  <a:lnTo>
                    <a:pt x="1383796" y="1510878"/>
                  </a:lnTo>
                  <a:lnTo>
                    <a:pt x="1416600" y="1480152"/>
                  </a:lnTo>
                  <a:lnTo>
                    <a:pt x="1448724" y="1448721"/>
                  </a:lnTo>
                  <a:lnTo>
                    <a:pt x="1480155" y="1416597"/>
                  </a:lnTo>
                  <a:lnTo>
                    <a:pt x="1510881" y="1383793"/>
                  </a:lnTo>
                  <a:lnTo>
                    <a:pt x="1540890" y="1350321"/>
                  </a:lnTo>
                  <a:lnTo>
                    <a:pt x="1570169" y="1316192"/>
                  </a:lnTo>
                  <a:lnTo>
                    <a:pt x="1598706" y="1281421"/>
                  </a:lnTo>
                  <a:lnTo>
                    <a:pt x="1626488" y="1246017"/>
                  </a:lnTo>
                  <a:lnTo>
                    <a:pt x="1653505" y="1209995"/>
                  </a:lnTo>
                  <a:lnTo>
                    <a:pt x="1679742" y="1173367"/>
                  </a:lnTo>
                  <a:lnTo>
                    <a:pt x="1705188" y="1136143"/>
                  </a:lnTo>
                  <a:lnTo>
                    <a:pt x="1729831" y="1098338"/>
                  </a:lnTo>
                  <a:lnTo>
                    <a:pt x="1753658" y="1059963"/>
                  </a:lnTo>
                  <a:lnTo>
                    <a:pt x="1776657" y="1021031"/>
                  </a:lnTo>
                  <a:lnTo>
                    <a:pt x="1798815" y="981553"/>
                  </a:lnTo>
                  <a:lnTo>
                    <a:pt x="1820121" y="941542"/>
                  </a:lnTo>
                  <a:lnTo>
                    <a:pt x="1840562" y="901011"/>
                  </a:lnTo>
                  <a:lnTo>
                    <a:pt x="1860126" y="859972"/>
                  </a:lnTo>
                  <a:lnTo>
                    <a:pt x="1878800" y="818436"/>
                  </a:lnTo>
                  <a:lnTo>
                    <a:pt x="1896572" y="776417"/>
                  </a:lnTo>
                  <a:lnTo>
                    <a:pt x="1913430" y="733926"/>
                  </a:lnTo>
                  <a:lnTo>
                    <a:pt x="1929362" y="690976"/>
                  </a:lnTo>
                  <a:lnTo>
                    <a:pt x="1944355" y="647580"/>
                  </a:lnTo>
                  <a:lnTo>
                    <a:pt x="1958397" y="603749"/>
                  </a:lnTo>
                  <a:lnTo>
                    <a:pt x="1971476" y="559495"/>
                  </a:lnTo>
                  <a:lnTo>
                    <a:pt x="1983579" y="514832"/>
                  </a:lnTo>
                  <a:lnTo>
                    <a:pt x="1994694" y="469771"/>
                  </a:lnTo>
                  <a:lnTo>
                    <a:pt x="2004809" y="424325"/>
                  </a:lnTo>
                  <a:lnTo>
                    <a:pt x="2013912" y="378506"/>
                  </a:lnTo>
                  <a:lnTo>
                    <a:pt x="2021989" y="332326"/>
                  </a:lnTo>
                  <a:lnTo>
                    <a:pt x="2029030" y="285798"/>
                  </a:lnTo>
                  <a:lnTo>
                    <a:pt x="2035021" y="238933"/>
                  </a:lnTo>
                  <a:lnTo>
                    <a:pt x="2039950" y="191745"/>
                  </a:lnTo>
                  <a:lnTo>
                    <a:pt x="2043806" y="144245"/>
                  </a:lnTo>
                  <a:lnTo>
                    <a:pt x="2046575" y="96446"/>
                  </a:lnTo>
                  <a:lnTo>
                    <a:pt x="2048245" y="48360"/>
                  </a:lnTo>
                  <a:lnTo>
                    <a:pt x="2048805" y="0"/>
                  </a:lnTo>
                  <a:close/>
                </a:path>
              </a:pathLst>
            </a:custGeom>
            <a:solidFill>
              <a:srgbClr val="5CE2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144504" y="0"/>
              <a:ext cx="2049145" cy="2049145"/>
            </a:xfrm>
            <a:custGeom>
              <a:avLst/>
              <a:gdLst/>
              <a:ahLst/>
              <a:cxnLst/>
              <a:rect l="l" t="t" r="r" b="b"/>
              <a:pathLst>
                <a:path w="2049144" h="2049145">
                  <a:moveTo>
                    <a:pt x="1525850" y="0"/>
                  </a:moveTo>
                  <a:lnTo>
                    <a:pt x="2048800" y="0"/>
                  </a:lnTo>
                  <a:lnTo>
                    <a:pt x="2048240" y="48360"/>
                  </a:lnTo>
                  <a:lnTo>
                    <a:pt x="2046570" y="96446"/>
                  </a:lnTo>
                  <a:lnTo>
                    <a:pt x="2043800" y="144245"/>
                  </a:lnTo>
                  <a:lnTo>
                    <a:pt x="2039945" y="191745"/>
                  </a:lnTo>
                  <a:lnTo>
                    <a:pt x="2035016" y="238933"/>
                  </a:lnTo>
                  <a:lnTo>
                    <a:pt x="2029025" y="285798"/>
                  </a:lnTo>
                  <a:lnTo>
                    <a:pt x="2021984" y="332326"/>
                  </a:lnTo>
                  <a:lnTo>
                    <a:pt x="2013907" y="378506"/>
                  </a:lnTo>
                  <a:lnTo>
                    <a:pt x="2004804" y="424325"/>
                  </a:lnTo>
                  <a:lnTo>
                    <a:pt x="1994689" y="469771"/>
                  </a:lnTo>
                  <a:lnTo>
                    <a:pt x="1983574" y="514832"/>
                  </a:lnTo>
                  <a:lnTo>
                    <a:pt x="1971471" y="559495"/>
                  </a:lnTo>
                  <a:lnTo>
                    <a:pt x="1958392" y="603749"/>
                  </a:lnTo>
                  <a:lnTo>
                    <a:pt x="1944350" y="647580"/>
                  </a:lnTo>
                  <a:lnTo>
                    <a:pt x="1929357" y="690976"/>
                  </a:lnTo>
                  <a:lnTo>
                    <a:pt x="1913425" y="733926"/>
                  </a:lnTo>
                  <a:lnTo>
                    <a:pt x="1896567" y="776417"/>
                  </a:lnTo>
                  <a:lnTo>
                    <a:pt x="1878795" y="818436"/>
                  </a:lnTo>
                  <a:lnTo>
                    <a:pt x="1860120" y="859972"/>
                  </a:lnTo>
                  <a:lnTo>
                    <a:pt x="1840557" y="901011"/>
                  </a:lnTo>
                  <a:lnTo>
                    <a:pt x="1820116" y="941542"/>
                  </a:lnTo>
                  <a:lnTo>
                    <a:pt x="1798810" y="981553"/>
                  </a:lnTo>
                  <a:lnTo>
                    <a:pt x="1776651" y="1021031"/>
                  </a:lnTo>
                  <a:lnTo>
                    <a:pt x="1753652" y="1059963"/>
                  </a:lnTo>
                  <a:lnTo>
                    <a:pt x="1729825" y="1098338"/>
                  </a:lnTo>
                  <a:lnTo>
                    <a:pt x="1705183" y="1136143"/>
                  </a:lnTo>
                  <a:lnTo>
                    <a:pt x="1679737" y="1173367"/>
                  </a:lnTo>
                  <a:lnTo>
                    <a:pt x="1653499" y="1209995"/>
                  </a:lnTo>
                  <a:lnTo>
                    <a:pt x="1626483" y="1246017"/>
                  </a:lnTo>
                  <a:lnTo>
                    <a:pt x="1598700" y="1281421"/>
                  </a:lnTo>
                  <a:lnTo>
                    <a:pt x="1570163" y="1316192"/>
                  </a:lnTo>
                  <a:lnTo>
                    <a:pt x="1540885" y="1350321"/>
                  </a:lnTo>
                  <a:lnTo>
                    <a:pt x="1510876" y="1383793"/>
                  </a:lnTo>
                  <a:lnTo>
                    <a:pt x="1480150" y="1416597"/>
                  </a:lnTo>
                  <a:lnTo>
                    <a:pt x="1448719" y="1448721"/>
                  </a:lnTo>
                  <a:lnTo>
                    <a:pt x="1416595" y="1480152"/>
                  </a:lnTo>
                  <a:lnTo>
                    <a:pt x="1383791" y="1510878"/>
                  </a:lnTo>
                  <a:lnTo>
                    <a:pt x="1350319" y="1540886"/>
                  </a:lnTo>
                  <a:lnTo>
                    <a:pt x="1316190" y="1570165"/>
                  </a:lnTo>
                  <a:lnTo>
                    <a:pt x="1281418" y="1598702"/>
                  </a:lnTo>
                  <a:lnTo>
                    <a:pt x="1246015" y="1626485"/>
                  </a:lnTo>
                  <a:lnTo>
                    <a:pt x="1209993" y="1653501"/>
                  </a:lnTo>
                  <a:lnTo>
                    <a:pt x="1173364" y="1679738"/>
                  </a:lnTo>
                  <a:lnTo>
                    <a:pt x="1136141" y="1705184"/>
                  </a:lnTo>
                  <a:lnTo>
                    <a:pt x="1098336" y="1729827"/>
                  </a:lnTo>
                  <a:lnTo>
                    <a:pt x="1059961" y="1753654"/>
                  </a:lnTo>
                  <a:lnTo>
                    <a:pt x="1021028" y="1776652"/>
                  </a:lnTo>
                  <a:lnTo>
                    <a:pt x="981551" y="1798811"/>
                  </a:lnTo>
                  <a:lnTo>
                    <a:pt x="941540" y="1820117"/>
                  </a:lnTo>
                  <a:lnTo>
                    <a:pt x="901009" y="1840558"/>
                  </a:lnTo>
                  <a:lnTo>
                    <a:pt x="859969" y="1860121"/>
                  </a:lnTo>
                  <a:lnTo>
                    <a:pt x="818434" y="1878795"/>
                  </a:lnTo>
                  <a:lnTo>
                    <a:pt x="776415" y="1896568"/>
                  </a:lnTo>
                  <a:lnTo>
                    <a:pt x="733924" y="1913426"/>
                  </a:lnTo>
                  <a:lnTo>
                    <a:pt x="690974" y="1929358"/>
                  </a:lnTo>
                  <a:lnTo>
                    <a:pt x="647578" y="1944351"/>
                  </a:lnTo>
                  <a:lnTo>
                    <a:pt x="603747" y="1958393"/>
                  </a:lnTo>
                  <a:lnTo>
                    <a:pt x="559494" y="1971471"/>
                  </a:lnTo>
                  <a:lnTo>
                    <a:pt x="514830" y="1983574"/>
                  </a:lnTo>
                  <a:lnTo>
                    <a:pt x="469770" y="1994689"/>
                  </a:lnTo>
                  <a:lnTo>
                    <a:pt x="424324" y="2004804"/>
                  </a:lnTo>
                  <a:lnTo>
                    <a:pt x="378505" y="2013907"/>
                  </a:lnTo>
                  <a:lnTo>
                    <a:pt x="332325" y="2021984"/>
                  </a:lnTo>
                  <a:lnTo>
                    <a:pt x="285797" y="2029025"/>
                  </a:lnTo>
                  <a:lnTo>
                    <a:pt x="238932" y="2035016"/>
                  </a:lnTo>
                  <a:lnTo>
                    <a:pt x="191744" y="2039945"/>
                  </a:lnTo>
                  <a:lnTo>
                    <a:pt x="144245" y="2043801"/>
                  </a:lnTo>
                  <a:lnTo>
                    <a:pt x="96446" y="2046570"/>
                  </a:lnTo>
                  <a:lnTo>
                    <a:pt x="48360" y="2048240"/>
                  </a:lnTo>
                  <a:lnTo>
                    <a:pt x="0" y="2048800"/>
                  </a:lnTo>
                  <a:lnTo>
                    <a:pt x="0" y="1525860"/>
                  </a:lnTo>
                  <a:lnTo>
                    <a:pt x="48436" y="1525106"/>
                  </a:lnTo>
                  <a:lnTo>
                    <a:pt x="96497" y="1522858"/>
                  </a:lnTo>
                  <a:lnTo>
                    <a:pt x="144159" y="1519139"/>
                  </a:lnTo>
                  <a:lnTo>
                    <a:pt x="191399" y="1513971"/>
                  </a:lnTo>
                  <a:lnTo>
                    <a:pt x="238197" y="1507377"/>
                  </a:lnTo>
                  <a:lnTo>
                    <a:pt x="284528" y="1499379"/>
                  </a:lnTo>
                  <a:lnTo>
                    <a:pt x="330371" y="1489999"/>
                  </a:lnTo>
                  <a:lnTo>
                    <a:pt x="375704" y="1479259"/>
                  </a:lnTo>
                  <a:lnTo>
                    <a:pt x="420504" y="1467182"/>
                  </a:lnTo>
                  <a:lnTo>
                    <a:pt x="464749" y="1453791"/>
                  </a:lnTo>
                  <a:lnTo>
                    <a:pt x="508417" y="1439107"/>
                  </a:lnTo>
                  <a:lnTo>
                    <a:pt x="551485" y="1423152"/>
                  </a:lnTo>
                  <a:lnTo>
                    <a:pt x="593930" y="1405951"/>
                  </a:lnTo>
                  <a:lnTo>
                    <a:pt x="635731" y="1387523"/>
                  </a:lnTo>
                  <a:lnTo>
                    <a:pt x="676865" y="1367893"/>
                  </a:lnTo>
                  <a:lnTo>
                    <a:pt x="717310" y="1347082"/>
                  </a:lnTo>
                  <a:lnTo>
                    <a:pt x="757044" y="1325113"/>
                  </a:lnTo>
                  <a:lnTo>
                    <a:pt x="796043" y="1302007"/>
                  </a:lnTo>
                  <a:lnTo>
                    <a:pt x="834287" y="1277788"/>
                  </a:lnTo>
                  <a:lnTo>
                    <a:pt x="871751" y="1252477"/>
                  </a:lnTo>
                  <a:lnTo>
                    <a:pt x="908415" y="1226098"/>
                  </a:lnTo>
                  <a:lnTo>
                    <a:pt x="944256" y="1198672"/>
                  </a:lnTo>
                  <a:lnTo>
                    <a:pt x="979251" y="1170221"/>
                  </a:lnTo>
                  <a:lnTo>
                    <a:pt x="1013378" y="1140769"/>
                  </a:lnTo>
                  <a:lnTo>
                    <a:pt x="1046615" y="1110336"/>
                  </a:lnTo>
                  <a:lnTo>
                    <a:pt x="1078939" y="1078947"/>
                  </a:lnTo>
                  <a:lnTo>
                    <a:pt x="1110329" y="1046623"/>
                  </a:lnTo>
                  <a:lnTo>
                    <a:pt x="1140761" y="1013386"/>
                  </a:lnTo>
                  <a:lnTo>
                    <a:pt x="1170213" y="979258"/>
                  </a:lnTo>
                  <a:lnTo>
                    <a:pt x="1198663" y="944263"/>
                  </a:lnTo>
                  <a:lnTo>
                    <a:pt x="1226089" y="908422"/>
                  </a:lnTo>
                  <a:lnTo>
                    <a:pt x="1252469" y="871758"/>
                  </a:lnTo>
                  <a:lnTo>
                    <a:pt x="1277779" y="834293"/>
                  </a:lnTo>
                  <a:lnTo>
                    <a:pt x="1301998" y="796050"/>
                  </a:lnTo>
                  <a:lnTo>
                    <a:pt x="1325104" y="757050"/>
                  </a:lnTo>
                  <a:lnTo>
                    <a:pt x="1347073" y="717317"/>
                  </a:lnTo>
                  <a:lnTo>
                    <a:pt x="1367884" y="676872"/>
                  </a:lnTo>
                  <a:lnTo>
                    <a:pt x="1387514" y="635737"/>
                  </a:lnTo>
                  <a:lnTo>
                    <a:pt x="1405941" y="593936"/>
                  </a:lnTo>
                  <a:lnTo>
                    <a:pt x="1423143" y="551490"/>
                  </a:lnTo>
                  <a:lnTo>
                    <a:pt x="1439097" y="508423"/>
                  </a:lnTo>
                  <a:lnTo>
                    <a:pt x="1453781" y="464755"/>
                  </a:lnTo>
                  <a:lnTo>
                    <a:pt x="1467172" y="420510"/>
                  </a:lnTo>
                  <a:lnTo>
                    <a:pt x="1479249" y="375710"/>
                  </a:lnTo>
                  <a:lnTo>
                    <a:pt x="1489988" y="330377"/>
                  </a:lnTo>
                  <a:lnTo>
                    <a:pt x="1499369" y="284533"/>
                  </a:lnTo>
                  <a:lnTo>
                    <a:pt x="1507367" y="238202"/>
                  </a:lnTo>
                  <a:lnTo>
                    <a:pt x="1513961" y="191404"/>
                  </a:lnTo>
                  <a:lnTo>
                    <a:pt x="1519129" y="144164"/>
                  </a:lnTo>
                  <a:lnTo>
                    <a:pt x="1522848" y="96502"/>
                  </a:lnTo>
                  <a:lnTo>
                    <a:pt x="1525095" y="48441"/>
                  </a:lnTo>
                  <a:lnTo>
                    <a:pt x="152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144499" y="0"/>
              <a:ext cx="1525905" cy="1525905"/>
            </a:xfrm>
            <a:custGeom>
              <a:avLst/>
              <a:gdLst/>
              <a:ahLst/>
              <a:cxnLst/>
              <a:rect l="l" t="t" r="r" b="b"/>
              <a:pathLst>
                <a:path w="1525905" h="1525905">
                  <a:moveTo>
                    <a:pt x="1002910" y="0"/>
                  </a:moveTo>
                  <a:lnTo>
                    <a:pt x="1525855" y="10"/>
                  </a:lnTo>
                  <a:lnTo>
                    <a:pt x="1525101" y="48446"/>
                  </a:lnTo>
                  <a:lnTo>
                    <a:pt x="1522853" y="96507"/>
                  </a:lnTo>
                  <a:lnTo>
                    <a:pt x="1519134" y="144168"/>
                  </a:lnTo>
                  <a:lnTo>
                    <a:pt x="1513966" y="191409"/>
                  </a:lnTo>
                  <a:lnTo>
                    <a:pt x="1507372" y="238206"/>
                  </a:lnTo>
                  <a:lnTo>
                    <a:pt x="1499374" y="284537"/>
                  </a:lnTo>
                  <a:lnTo>
                    <a:pt x="1489994" y="330380"/>
                  </a:lnTo>
                  <a:lnTo>
                    <a:pt x="1479254" y="375713"/>
                  </a:lnTo>
                  <a:lnTo>
                    <a:pt x="1467177" y="420513"/>
                  </a:lnTo>
                  <a:lnTo>
                    <a:pt x="1453786" y="464758"/>
                  </a:lnTo>
                  <a:lnTo>
                    <a:pt x="1439102" y="508425"/>
                  </a:lnTo>
                  <a:lnTo>
                    <a:pt x="1423148" y="551493"/>
                  </a:lnTo>
                  <a:lnTo>
                    <a:pt x="1405946" y="593938"/>
                  </a:lnTo>
                  <a:lnTo>
                    <a:pt x="1387519" y="635739"/>
                  </a:lnTo>
                  <a:lnTo>
                    <a:pt x="1367889" y="676873"/>
                  </a:lnTo>
                  <a:lnTo>
                    <a:pt x="1347078" y="717318"/>
                  </a:lnTo>
                  <a:lnTo>
                    <a:pt x="1325109" y="757052"/>
                  </a:lnTo>
                  <a:lnTo>
                    <a:pt x="1302003" y="796051"/>
                  </a:lnTo>
                  <a:lnTo>
                    <a:pt x="1277784" y="834295"/>
                  </a:lnTo>
                  <a:lnTo>
                    <a:pt x="1252474" y="871759"/>
                  </a:lnTo>
                  <a:lnTo>
                    <a:pt x="1226095" y="908423"/>
                  </a:lnTo>
                  <a:lnTo>
                    <a:pt x="1198668" y="944264"/>
                  </a:lnTo>
                  <a:lnTo>
                    <a:pt x="1170218" y="979259"/>
                  </a:lnTo>
                  <a:lnTo>
                    <a:pt x="1140766" y="1013386"/>
                  </a:lnTo>
                  <a:lnTo>
                    <a:pt x="1110334" y="1046623"/>
                  </a:lnTo>
                  <a:lnTo>
                    <a:pt x="1078944" y="1078948"/>
                  </a:lnTo>
                  <a:lnTo>
                    <a:pt x="1046620" y="1110337"/>
                  </a:lnTo>
                  <a:lnTo>
                    <a:pt x="1013383" y="1140769"/>
                  </a:lnTo>
                  <a:lnTo>
                    <a:pt x="979256" y="1170222"/>
                  </a:lnTo>
                  <a:lnTo>
                    <a:pt x="944261" y="1198672"/>
                  </a:lnTo>
                  <a:lnTo>
                    <a:pt x="908420" y="1226098"/>
                  </a:lnTo>
                  <a:lnTo>
                    <a:pt x="871757" y="1252478"/>
                  </a:lnTo>
                  <a:lnTo>
                    <a:pt x="834292" y="1277788"/>
                  </a:lnTo>
                  <a:lnTo>
                    <a:pt x="796048" y="1302007"/>
                  </a:lnTo>
                  <a:lnTo>
                    <a:pt x="757049" y="1325113"/>
                  </a:lnTo>
                  <a:lnTo>
                    <a:pt x="717315" y="1347082"/>
                  </a:lnTo>
                  <a:lnTo>
                    <a:pt x="676870" y="1367893"/>
                  </a:lnTo>
                  <a:lnTo>
                    <a:pt x="635736" y="1387523"/>
                  </a:lnTo>
                  <a:lnTo>
                    <a:pt x="593935" y="1405951"/>
                  </a:lnTo>
                  <a:lnTo>
                    <a:pt x="551490" y="1423152"/>
                  </a:lnTo>
                  <a:lnTo>
                    <a:pt x="508422" y="1439107"/>
                  </a:lnTo>
                  <a:lnTo>
                    <a:pt x="464755" y="1453791"/>
                  </a:lnTo>
                  <a:lnTo>
                    <a:pt x="420510" y="1467182"/>
                  </a:lnTo>
                  <a:lnTo>
                    <a:pt x="375710" y="1479259"/>
                  </a:lnTo>
                  <a:lnTo>
                    <a:pt x="330377" y="1489999"/>
                  </a:lnTo>
                  <a:lnTo>
                    <a:pt x="284533" y="1499379"/>
                  </a:lnTo>
                  <a:lnTo>
                    <a:pt x="238202" y="1507377"/>
                  </a:lnTo>
                  <a:lnTo>
                    <a:pt x="191405" y="1513971"/>
                  </a:lnTo>
                  <a:lnTo>
                    <a:pt x="144164" y="1519139"/>
                  </a:lnTo>
                  <a:lnTo>
                    <a:pt x="96502" y="1522858"/>
                  </a:lnTo>
                  <a:lnTo>
                    <a:pt x="48442" y="1525106"/>
                  </a:lnTo>
                  <a:lnTo>
                    <a:pt x="5" y="1525860"/>
                  </a:lnTo>
                  <a:lnTo>
                    <a:pt x="0" y="1002915"/>
                  </a:lnTo>
                  <a:lnTo>
                    <a:pt x="48592" y="1001759"/>
                  </a:lnTo>
                  <a:lnTo>
                    <a:pt x="96587" y="998324"/>
                  </a:lnTo>
                  <a:lnTo>
                    <a:pt x="143932" y="992664"/>
                  </a:lnTo>
                  <a:lnTo>
                    <a:pt x="190576" y="984831"/>
                  </a:lnTo>
                  <a:lnTo>
                    <a:pt x="236465" y="974878"/>
                  </a:lnTo>
                  <a:lnTo>
                    <a:pt x="281548" y="962856"/>
                  </a:lnTo>
                  <a:lnTo>
                    <a:pt x="325770" y="948820"/>
                  </a:lnTo>
                  <a:lnTo>
                    <a:pt x="369081" y="932820"/>
                  </a:lnTo>
                  <a:lnTo>
                    <a:pt x="411427" y="914911"/>
                  </a:lnTo>
                  <a:lnTo>
                    <a:pt x="452756" y="895143"/>
                  </a:lnTo>
                  <a:lnTo>
                    <a:pt x="493015" y="873571"/>
                  </a:lnTo>
                  <a:lnTo>
                    <a:pt x="532152" y="850245"/>
                  </a:lnTo>
                  <a:lnTo>
                    <a:pt x="570114" y="825220"/>
                  </a:lnTo>
                  <a:lnTo>
                    <a:pt x="606849" y="798547"/>
                  </a:lnTo>
                  <a:lnTo>
                    <a:pt x="642304" y="770279"/>
                  </a:lnTo>
                  <a:lnTo>
                    <a:pt x="676427" y="740469"/>
                  </a:lnTo>
                  <a:lnTo>
                    <a:pt x="709165" y="709169"/>
                  </a:lnTo>
                  <a:lnTo>
                    <a:pt x="740465" y="676431"/>
                  </a:lnTo>
                  <a:lnTo>
                    <a:pt x="770275" y="642308"/>
                  </a:lnTo>
                  <a:lnTo>
                    <a:pt x="798543" y="606853"/>
                  </a:lnTo>
                  <a:lnTo>
                    <a:pt x="825216" y="570118"/>
                  </a:lnTo>
                  <a:lnTo>
                    <a:pt x="850241" y="532156"/>
                  </a:lnTo>
                  <a:lnTo>
                    <a:pt x="873566" y="493020"/>
                  </a:lnTo>
                  <a:lnTo>
                    <a:pt x="895139" y="452761"/>
                  </a:lnTo>
                  <a:lnTo>
                    <a:pt x="914906" y="411432"/>
                  </a:lnTo>
                  <a:lnTo>
                    <a:pt x="932816" y="369086"/>
                  </a:lnTo>
                  <a:lnTo>
                    <a:pt x="948815" y="325776"/>
                  </a:lnTo>
                  <a:lnTo>
                    <a:pt x="962852" y="281554"/>
                  </a:lnTo>
                  <a:lnTo>
                    <a:pt x="974873" y="236472"/>
                  </a:lnTo>
                  <a:lnTo>
                    <a:pt x="984826" y="190583"/>
                  </a:lnTo>
                  <a:lnTo>
                    <a:pt x="992659" y="143940"/>
                  </a:lnTo>
                  <a:lnTo>
                    <a:pt x="998319" y="96595"/>
                  </a:lnTo>
                  <a:lnTo>
                    <a:pt x="1001753" y="48601"/>
                  </a:lnTo>
                  <a:lnTo>
                    <a:pt x="1002910" y="0"/>
                  </a:lnTo>
                  <a:close/>
                </a:path>
              </a:pathLst>
            </a:custGeom>
            <a:solidFill>
              <a:srgbClr val="3BC4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144487" y="11"/>
              <a:ext cx="2571750" cy="5143500"/>
            </a:xfrm>
            <a:custGeom>
              <a:avLst/>
              <a:gdLst/>
              <a:ahLst/>
              <a:cxnLst/>
              <a:rect l="l" t="t" r="r" b="b"/>
              <a:pathLst>
                <a:path w="2571750" h="5143500">
                  <a:moveTo>
                    <a:pt x="1002919" y="0"/>
                  </a:moveTo>
                  <a:lnTo>
                    <a:pt x="0" y="0"/>
                  </a:lnTo>
                  <a:lnTo>
                    <a:pt x="0" y="1002906"/>
                  </a:lnTo>
                  <a:lnTo>
                    <a:pt x="48602" y="1001750"/>
                  </a:lnTo>
                  <a:lnTo>
                    <a:pt x="96596" y="998321"/>
                  </a:lnTo>
                  <a:lnTo>
                    <a:pt x="143941" y="992657"/>
                  </a:lnTo>
                  <a:lnTo>
                    <a:pt x="190576" y="984821"/>
                  </a:lnTo>
                  <a:lnTo>
                    <a:pt x="236474" y="974877"/>
                  </a:lnTo>
                  <a:lnTo>
                    <a:pt x="281559" y="962850"/>
                  </a:lnTo>
                  <a:lnTo>
                    <a:pt x="325780" y="948817"/>
                  </a:lnTo>
                  <a:lnTo>
                    <a:pt x="369087" y="932815"/>
                  </a:lnTo>
                  <a:lnTo>
                    <a:pt x="411429" y="914908"/>
                  </a:lnTo>
                  <a:lnTo>
                    <a:pt x="452767" y="895134"/>
                  </a:lnTo>
                  <a:lnTo>
                    <a:pt x="493026" y="873569"/>
                  </a:lnTo>
                  <a:lnTo>
                    <a:pt x="532155" y="850239"/>
                  </a:lnTo>
                  <a:lnTo>
                    <a:pt x="570115" y="825220"/>
                  </a:lnTo>
                  <a:lnTo>
                    <a:pt x="606856" y="798537"/>
                  </a:lnTo>
                  <a:lnTo>
                    <a:pt x="642315" y="770267"/>
                  </a:lnTo>
                  <a:lnTo>
                    <a:pt x="676427" y="740460"/>
                  </a:lnTo>
                  <a:lnTo>
                    <a:pt x="709168" y="709168"/>
                  </a:lnTo>
                  <a:lnTo>
                    <a:pt x="740473" y="676427"/>
                  </a:lnTo>
                  <a:lnTo>
                    <a:pt x="770280" y="642302"/>
                  </a:lnTo>
                  <a:lnTo>
                    <a:pt x="798550" y="606844"/>
                  </a:lnTo>
                  <a:lnTo>
                    <a:pt x="825220" y="570115"/>
                  </a:lnTo>
                  <a:lnTo>
                    <a:pt x="850252" y="532155"/>
                  </a:lnTo>
                  <a:lnTo>
                    <a:pt x="873569" y="493014"/>
                  </a:lnTo>
                  <a:lnTo>
                    <a:pt x="895146" y="452755"/>
                  </a:lnTo>
                  <a:lnTo>
                    <a:pt x="914908" y="411429"/>
                  </a:lnTo>
                  <a:lnTo>
                    <a:pt x="932827" y="369074"/>
                  </a:lnTo>
                  <a:lnTo>
                    <a:pt x="948817" y="325767"/>
                  </a:lnTo>
                  <a:lnTo>
                    <a:pt x="962863" y="281546"/>
                  </a:lnTo>
                  <a:lnTo>
                    <a:pt x="974877" y="236461"/>
                  </a:lnTo>
                  <a:lnTo>
                    <a:pt x="984834" y="190576"/>
                  </a:lnTo>
                  <a:lnTo>
                    <a:pt x="992670" y="143929"/>
                  </a:lnTo>
                  <a:lnTo>
                    <a:pt x="998321" y="96583"/>
                  </a:lnTo>
                  <a:lnTo>
                    <a:pt x="1001763" y="48590"/>
                  </a:lnTo>
                  <a:lnTo>
                    <a:pt x="1002919" y="0"/>
                  </a:lnTo>
                  <a:close/>
                </a:path>
                <a:path w="2571750" h="5143500">
                  <a:moveTo>
                    <a:pt x="2571750" y="2571750"/>
                  </a:moveTo>
                  <a:lnTo>
                    <a:pt x="0" y="2571750"/>
                  </a:lnTo>
                  <a:lnTo>
                    <a:pt x="0" y="5143500"/>
                  </a:lnTo>
                  <a:lnTo>
                    <a:pt x="2571750" y="5143500"/>
                  </a:lnTo>
                  <a:lnTo>
                    <a:pt x="2571750" y="2571750"/>
                  </a:lnTo>
                  <a:close/>
                </a:path>
              </a:pathLst>
            </a:custGeom>
            <a:solidFill>
              <a:srgbClr val="783C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144504" y="2571760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2571744" y="0"/>
                  </a:moveTo>
                  <a:lnTo>
                    <a:pt x="2571744" y="2571739"/>
                  </a:lnTo>
                  <a:lnTo>
                    <a:pt x="0" y="2571739"/>
                  </a:lnTo>
                  <a:lnTo>
                    <a:pt x="48315" y="2571294"/>
                  </a:lnTo>
                  <a:lnTo>
                    <a:pt x="96414" y="2569965"/>
                  </a:lnTo>
                  <a:lnTo>
                    <a:pt x="144289" y="2567760"/>
                  </a:lnTo>
                  <a:lnTo>
                    <a:pt x="191932" y="2564685"/>
                  </a:lnTo>
                  <a:lnTo>
                    <a:pt x="239336" y="2560750"/>
                  </a:lnTo>
                  <a:lnTo>
                    <a:pt x="286493" y="2555961"/>
                  </a:lnTo>
                  <a:lnTo>
                    <a:pt x="333394" y="2550327"/>
                  </a:lnTo>
                  <a:lnTo>
                    <a:pt x="380033" y="2543855"/>
                  </a:lnTo>
                  <a:lnTo>
                    <a:pt x="426402" y="2536553"/>
                  </a:lnTo>
                  <a:lnTo>
                    <a:pt x="472492" y="2528429"/>
                  </a:lnTo>
                  <a:lnTo>
                    <a:pt x="518296" y="2519491"/>
                  </a:lnTo>
                  <a:lnTo>
                    <a:pt x="563806" y="2509746"/>
                  </a:lnTo>
                  <a:lnTo>
                    <a:pt x="609015" y="2499202"/>
                  </a:lnTo>
                  <a:lnTo>
                    <a:pt x="653914" y="2487867"/>
                  </a:lnTo>
                  <a:lnTo>
                    <a:pt x="698496" y="2475748"/>
                  </a:lnTo>
                  <a:lnTo>
                    <a:pt x="742754" y="2462855"/>
                  </a:lnTo>
                  <a:lnTo>
                    <a:pt x="786678" y="2449193"/>
                  </a:lnTo>
                  <a:lnTo>
                    <a:pt x="830262" y="2434771"/>
                  </a:lnTo>
                  <a:lnTo>
                    <a:pt x="873498" y="2419597"/>
                  </a:lnTo>
                  <a:lnTo>
                    <a:pt x="916378" y="2403679"/>
                  </a:lnTo>
                  <a:lnTo>
                    <a:pt x="958894" y="2387024"/>
                  </a:lnTo>
                  <a:lnTo>
                    <a:pt x="1001039" y="2369640"/>
                  </a:lnTo>
                  <a:lnTo>
                    <a:pt x="1042804" y="2351534"/>
                  </a:lnTo>
                  <a:lnTo>
                    <a:pt x="1084183" y="2332716"/>
                  </a:lnTo>
                  <a:lnTo>
                    <a:pt x="1125166" y="2313192"/>
                  </a:lnTo>
                  <a:lnTo>
                    <a:pt x="1165747" y="2292969"/>
                  </a:lnTo>
                  <a:lnTo>
                    <a:pt x="1205917" y="2272057"/>
                  </a:lnTo>
                  <a:lnTo>
                    <a:pt x="1245670" y="2250463"/>
                  </a:lnTo>
                  <a:lnTo>
                    <a:pt x="1284996" y="2228194"/>
                  </a:lnTo>
                  <a:lnTo>
                    <a:pt x="1323889" y="2205258"/>
                  </a:lnTo>
                  <a:lnTo>
                    <a:pt x="1362340" y="2181663"/>
                  </a:lnTo>
                  <a:lnTo>
                    <a:pt x="1400342" y="2157417"/>
                  </a:lnTo>
                  <a:lnTo>
                    <a:pt x="1437887" y="2132527"/>
                  </a:lnTo>
                  <a:lnTo>
                    <a:pt x="1474967" y="2107002"/>
                  </a:lnTo>
                  <a:lnTo>
                    <a:pt x="1511575" y="2080849"/>
                  </a:lnTo>
                  <a:lnTo>
                    <a:pt x="1547702" y="2054076"/>
                  </a:lnTo>
                  <a:lnTo>
                    <a:pt x="1583342" y="2026690"/>
                  </a:lnTo>
                  <a:lnTo>
                    <a:pt x="1618485" y="1998700"/>
                  </a:lnTo>
                  <a:lnTo>
                    <a:pt x="1653125" y="1970112"/>
                  </a:lnTo>
                  <a:lnTo>
                    <a:pt x="1687253" y="1940936"/>
                  </a:lnTo>
                  <a:lnTo>
                    <a:pt x="1720863" y="1911178"/>
                  </a:lnTo>
                  <a:lnTo>
                    <a:pt x="1753945" y="1880847"/>
                  </a:lnTo>
                  <a:lnTo>
                    <a:pt x="1786493" y="1849950"/>
                  </a:lnTo>
                  <a:lnTo>
                    <a:pt x="1818498" y="1818495"/>
                  </a:lnTo>
                  <a:lnTo>
                    <a:pt x="1849953" y="1786490"/>
                  </a:lnTo>
                  <a:lnTo>
                    <a:pt x="1880850" y="1753943"/>
                  </a:lnTo>
                  <a:lnTo>
                    <a:pt x="1911181" y="1720860"/>
                  </a:lnTo>
                  <a:lnTo>
                    <a:pt x="1940939" y="1687251"/>
                  </a:lnTo>
                  <a:lnTo>
                    <a:pt x="1970115" y="1653123"/>
                  </a:lnTo>
                  <a:lnTo>
                    <a:pt x="1998703" y="1618483"/>
                  </a:lnTo>
                  <a:lnTo>
                    <a:pt x="2026693" y="1583340"/>
                  </a:lnTo>
                  <a:lnTo>
                    <a:pt x="2054079" y="1547700"/>
                  </a:lnTo>
                  <a:lnTo>
                    <a:pt x="2080852" y="1511573"/>
                  </a:lnTo>
                  <a:lnTo>
                    <a:pt x="2107006" y="1474965"/>
                  </a:lnTo>
                  <a:lnTo>
                    <a:pt x="2132531" y="1437885"/>
                  </a:lnTo>
                  <a:lnTo>
                    <a:pt x="2157421" y="1400340"/>
                  </a:lnTo>
                  <a:lnTo>
                    <a:pt x="2181667" y="1362338"/>
                  </a:lnTo>
                  <a:lnTo>
                    <a:pt x="2205262" y="1323887"/>
                  </a:lnTo>
                  <a:lnTo>
                    <a:pt x="2228198" y="1284995"/>
                  </a:lnTo>
                  <a:lnTo>
                    <a:pt x="2250467" y="1245668"/>
                  </a:lnTo>
                  <a:lnTo>
                    <a:pt x="2272061" y="1205916"/>
                  </a:lnTo>
                  <a:lnTo>
                    <a:pt x="2292974" y="1165746"/>
                  </a:lnTo>
                  <a:lnTo>
                    <a:pt x="2313196" y="1125165"/>
                  </a:lnTo>
                  <a:lnTo>
                    <a:pt x="2332720" y="1084182"/>
                  </a:lnTo>
                  <a:lnTo>
                    <a:pt x="2351539" y="1042803"/>
                  </a:lnTo>
                  <a:lnTo>
                    <a:pt x="2369644" y="1001038"/>
                  </a:lnTo>
                  <a:lnTo>
                    <a:pt x="2387028" y="958894"/>
                  </a:lnTo>
                  <a:lnTo>
                    <a:pt x="2403683" y="916378"/>
                  </a:lnTo>
                  <a:lnTo>
                    <a:pt x="2419602" y="873498"/>
                  </a:lnTo>
                  <a:lnTo>
                    <a:pt x="2434776" y="830262"/>
                  </a:lnTo>
                  <a:lnTo>
                    <a:pt x="2449197" y="786678"/>
                  </a:lnTo>
                  <a:lnTo>
                    <a:pt x="2462859" y="742753"/>
                  </a:lnTo>
                  <a:lnTo>
                    <a:pt x="2475753" y="698496"/>
                  </a:lnTo>
                  <a:lnTo>
                    <a:pt x="2487872" y="653914"/>
                  </a:lnTo>
                  <a:lnTo>
                    <a:pt x="2499207" y="609015"/>
                  </a:lnTo>
                  <a:lnTo>
                    <a:pt x="2509751" y="563806"/>
                  </a:lnTo>
                  <a:lnTo>
                    <a:pt x="2519496" y="518296"/>
                  </a:lnTo>
                  <a:lnTo>
                    <a:pt x="2528434" y="472492"/>
                  </a:lnTo>
                  <a:lnTo>
                    <a:pt x="2536558" y="426402"/>
                  </a:lnTo>
                  <a:lnTo>
                    <a:pt x="2543860" y="380033"/>
                  </a:lnTo>
                  <a:lnTo>
                    <a:pt x="2550332" y="333394"/>
                  </a:lnTo>
                  <a:lnTo>
                    <a:pt x="2555966" y="286493"/>
                  </a:lnTo>
                  <a:lnTo>
                    <a:pt x="2560755" y="239336"/>
                  </a:lnTo>
                  <a:lnTo>
                    <a:pt x="2564690" y="191932"/>
                  </a:lnTo>
                  <a:lnTo>
                    <a:pt x="2567765" y="144289"/>
                  </a:lnTo>
                  <a:lnTo>
                    <a:pt x="2569970" y="96414"/>
                  </a:lnTo>
                  <a:lnTo>
                    <a:pt x="2571300" y="48315"/>
                  </a:lnTo>
                  <a:lnTo>
                    <a:pt x="2571744" y="0"/>
                  </a:lnTo>
                  <a:close/>
                </a:path>
              </a:pathLst>
            </a:custGeom>
            <a:solidFill>
              <a:srgbClr val="F1CB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144499" y="2571749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2048805" y="0"/>
                  </a:moveTo>
                  <a:lnTo>
                    <a:pt x="2571750" y="10"/>
                  </a:lnTo>
                  <a:lnTo>
                    <a:pt x="2571305" y="48325"/>
                  </a:lnTo>
                  <a:lnTo>
                    <a:pt x="2569976" y="96424"/>
                  </a:lnTo>
                  <a:lnTo>
                    <a:pt x="2567770" y="144299"/>
                  </a:lnTo>
                  <a:lnTo>
                    <a:pt x="2564696" y="191942"/>
                  </a:lnTo>
                  <a:lnTo>
                    <a:pt x="2560760" y="239346"/>
                  </a:lnTo>
                  <a:lnTo>
                    <a:pt x="2555971" y="286503"/>
                  </a:lnTo>
                  <a:lnTo>
                    <a:pt x="2550337" y="333405"/>
                  </a:lnTo>
                  <a:lnTo>
                    <a:pt x="2543865" y="380044"/>
                  </a:lnTo>
                  <a:lnTo>
                    <a:pt x="2536563" y="426412"/>
                  </a:lnTo>
                  <a:lnTo>
                    <a:pt x="2528439" y="472502"/>
                  </a:lnTo>
                  <a:lnTo>
                    <a:pt x="2519501" y="518306"/>
                  </a:lnTo>
                  <a:lnTo>
                    <a:pt x="2509756" y="563816"/>
                  </a:lnTo>
                  <a:lnTo>
                    <a:pt x="2499212" y="609025"/>
                  </a:lnTo>
                  <a:lnTo>
                    <a:pt x="2487877" y="653924"/>
                  </a:lnTo>
                  <a:lnTo>
                    <a:pt x="2475758" y="698506"/>
                  </a:lnTo>
                  <a:lnTo>
                    <a:pt x="2462864" y="742764"/>
                  </a:lnTo>
                  <a:lnTo>
                    <a:pt x="2449203" y="786688"/>
                  </a:lnTo>
                  <a:lnTo>
                    <a:pt x="2434781" y="830272"/>
                  </a:lnTo>
                  <a:lnTo>
                    <a:pt x="2419607" y="873508"/>
                  </a:lnTo>
                  <a:lnTo>
                    <a:pt x="2403688" y="916388"/>
                  </a:lnTo>
                  <a:lnTo>
                    <a:pt x="2387033" y="958904"/>
                  </a:lnTo>
                  <a:lnTo>
                    <a:pt x="2369649" y="1001049"/>
                  </a:lnTo>
                  <a:lnTo>
                    <a:pt x="2351544" y="1042814"/>
                  </a:lnTo>
                  <a:lnTo>
                    <a:pt x="2332725" y="1084192"/>
                  </a:lnTo>
                  <a:lnTo>
                    <a:pt x="2313201" y="1125175"/>
                  </a:lnTo>
                  <a:lnTo>
                    <a:pt x="2292979" y="1165756"/>
                  </a:lnTo>
                  <a:lnTo>
                    <a:pt x="2272066" y="1205926"/>
                  </a:lnTo>
                  <a:lnTo>
                    <a:pt x="2250472" y="1245679"/>
                  </a:lnTo>
                  <a:lnTo>
                    <a:pt x="2228203" y="1285005"/>
                  </a:lnTo>
                  <a:lnTo>
                    <a:pt x="2205267" y="1323898"/>
                  </a:lnTo>
                  <a:lnTo>
                    <a:pt x="2181672" y="1362349"/>
                  </a:lnTo>
                  <a:lnTo>
                    <a:pt x="2157426" y="1400351"/>
                  </a:lnTo>
                  <a:lnTo>
                    <a:pt x="2132536" y="1437896"/>
                  </a:lnTo>
                  <a:lnTo>
                    <a:pt x="2107010" y="1474976"/>
                  </a:lnTo>
                  <a:lnTo>
                    <a:pt x="2080857" y="1511583"/>
                  </a:lnTo>
                  <a:lnTo>
                    <a:pt x="2054084" y="1547711"/>
                  </a:lnTo>
                  <a:lnTo>
                    <a:pt x="2026698" y="1583350"/>
                  </a:lnTo>
                  <a:lnTo>
                    <a:pt x="1998707" y="1618493"/>
                  </a:lnTo>
                  <a:lnTo>
                    <a:pt x="1970120" y="1653133"/>
                  </a:lnTo>
                  <a:lnTo>
                    <a:pt x="1940944" y="1687261"/>
                  </a:lnTo>
                  <a:lnTo>
                    <a:pt x="1911186" y="1720871"/>
                  </a:lnTo>
                  <a:lnTo>
                    <a:pt x="1880855" y="1753953"/>
                  </a:lnTo>
                  <a:lnTo>
                    <a:pt x="1849958" y="1786501"/>
                  </a:lnTo>
                  <a:lnTo>
                    <a:pt x="1818503" y="1818506"/>
                  </a:lnTo>
                  <a:lnTo>
                    <a:pt x="1786497" y="1849961"/>
                  </a:lnTo>
                  <a:lnTo>
                    <a:pt x="1753950" y="1880858"/>
                  </a:lnTo>
                  <a:lnTo>
                    <a:pt x="1720867" y="1911189"/>
                  </a:lnTo>
                  <a:lnTo>
                    <a:pt x="1687258" y="1940946"/>
                  </a:lnTo>
                  <a:lnTo>
                    <a:pt x="1653129" y="1970123"/>
                  </a:lnTo>
                  <a:lnTo>
                    <a:pt x="1618489" y="1998710"/>
                  </a:lnTo>
                  <a:lnTo>
                    <a:pt x="1583346" y="2026700"/>
                  </a:lnTo>
                  <a:lnTo>
                    <a:pt x="1547706" y="2054086"/>
                  </a:lnTo>
                  <a:lnTo>
                    <a:pt x="1511579" y="2080859"/>
                  </a:lnTo>
                  <a:lnTo>
                    <a:pt x="1474971" y="2107012"/>
                  </a:lnTo>
                  <a:lnTo>
                    <a:pt x="1437891" y="2132538"/>
                  </a:lnTo>
                  <a:lnTo>
                    <a:pt x="1400346" y="2157427"/>
                  </a:lnTo>
                  <a:lnTo>
                    <a:pt x="1362344" y="2181673"/>
                  </a:lnTo>
                  <a:lnTo>
                    <a:pt x="1323892" y="2205268"/>
                  </a:lnTo>
                  <a:lnTo>
                    <a:pt x="1285000" y="2228204"/>
                  </a:lnTo>
                  <a:lnTo>
                    <a:pt x="1245673" y="2250473"/>
                  </a:lnTo>
                  <a:lnTo>
                    <a:pt x="1205921" y="2272068"/>
                  </a:lnTo>
                  <a:lnTo>
                    <a:pt x="1165750" y="2292980"/>
                  </a:lnTo>
                  <a:lnTo>
                    <a:pt x="1125169" y="2313202"/>
                  </a:lnTo>
                  <a:lnTo>
                    <a:pt x="1084186" y="2332726"/>
                  </a:lnTo>
                  <a:lnTo>
                    <a:pt x="1042807" y="2351545"/>
                  </a:lnTo>
                  <a:lnTo>
                    <a:pt x="1001042" y="2369650"/>
                  </a:lnTo>
                  <a:lnTo>
                    <a:pt x="958897" y="2387034"/>
                  </a:lnTo>
                  <a:lnTo>
                    <a:pt x="916381" y="2403689"/>
                  </a:lnTo>
                  <a:lnTo>
                    <a:pt x="873501" y="2419608"/>
                  </a:lnTo>
                  <a:lnTo>
                    <a:pt x="830265" y="2434781"/>
                  </a:lnTo>
                  <a:lnTo>
                    <a:pt x="786681" y="2449203"/>
                  </a:lnTo>
                  <a:lnTo>
                    <a:pt x="742756" y="2462865"/>
                  </a:lnTo>
                  <a:lnTo>
                    <a:pt x="698499" y="2475759"/>
                  </a:lnTo>
                  <a:lnTo>
                    <a:pt x="653916" y="2487877"/>
                  </a:lnTo>
                  <a:lnTo>
                    <a:pt x="609017" y="2499212"/>
                  </a:lnTo>
                  <a:lnTo>
                    <a:pt x="563808" y="2509756"/>
                  </a:lnTo>
                  <a:lnTo>
                    <a:pt x="518298" y="2519501"/>
                  </a:lnTo>
                  <a:lnTo>
                    <a:pt x="472494" y="2528439"/>
                  </a:lnTo>
                  <a:lnTo>
                    <a:pt x="426403" y="2536563"/>
                  </a:lnTo>
                  <a:lnTo>
                    <a:pt x="380035" y="2543865"/>
                  </a:lnTo>
                  <a:lnTo>
                    <a:pt x="333395" y="2550337"/>
                  </a:lnTo>
                  <a:lnTo>
                    <a:pt x="286494" y="2555971"/>
                  </a:lnTo>
                  <a:lnTo>
                    <a:pt x="239337" y="2560760"/>
                  </a:lnTo>
                  <a:lnTo>
                    <a:pt x="191933" y="2564696"/>
                  </a:lnTo>
                  <a:lnTo>
                    <a:pt x="144289" y="2567770"/>
                  </a:lnTo>
                  <a:lnTo>
                    <a:pt x="96414" y="2569976"/>
                  </a:lnTo>
                  <a:lnTo>
                    <a:pt x="48315" y="2571305"/>
                  </a:lnTo>
                  <a:lnTo>
                    <a:pt x="0" y="2571750"/>
                  </a:lnTo>
                  <a:lnTo>
                    <a:pt x="5" y="2048800"/>
                  </a:lnTo>
                  <a:lnTo>
                    <a:pt x="48365" y="2048240"/>
                  </a:lnTo>
                  <a:lnTo>
                    <a:pt x="96451" y="2046570"/>
                  </a:lnTo>
                  <a:lnTo>
                    <a:pt x="144250" y="2043801"/>
                  </a:lnTo>
                  <a:lnTo>
                    <a:pt x="191749" y="2039945"/>
                  </a:lnTo>
                  <a:lnTo>
                    <a:pt x="238938" y="2035016"/>
                  </a:lnTo>
                  <a:lnTo>
                    <a:pt x="285802" y="2029025"/>
                  </a:lnTo>
                  <a:lnTo>
                    <a:pt x="332330" y="2021984"/>
                  </a:lnTo>
                  <a:lnTo>
                    <a:pt x="378510" y="2013907"/>
                  </a:lnTo>
                  <a:lnTo>
                    <a:pt x="424329" y="2004804"/>
                  </a:lnTo>
                  <a:lnTo>
                    <a:pt x="469775" y="1994689"/>
                  </a:lnTo>
                  <a:lnTo>
                    <a:pt x="514836" y="1983574"/>
                  </a:lnTo>
                  <a:lnTo>
                    <a:pt x="559499" y="1971471"/>
                  </a:lnTo>
                  <a:lnTo>
                    <a:pt x="603752" y="1958393"/>
                  </a:lnTo>
                  <a:lnTo>
                    <a:pt x="647583" y="1944351"/>
                  </a:lnTo>
                  <a:lnTo>
                    <a:pt x="690980" y="1929358"/>
                  </a:lnTo>
                  <a:lnTo>
                    <a:pt x="733929" y="1913426"/>
                  </a:lnTo>
                  <a:lnTo>
                    <a:pt x="776420" y="1896568"/>
                  </a:lnTo>
                  <a:lnTo>
                    <a:pt x="818439" y="1878795"/>
                  </a:lnTo>
                  <a:lnTo>
                    <a:pt x="859975" y="1860121"/>
                  </a:lnTo>
                  <a:lnTo>
                    <a:pt x="901014" y="1840558"/>
                  </a:lnTo>
                  <a:lnTo>
                    <a:pt x="941545" y="1820117"/>
                  </a:lnTo>
                  <a:lnTo>
                    <a:pt x="981556" y="1798811"/>
                  </a:lnTo>
                  <a:lnTo>
                    <a:pt x="1021034" y="1776652"/>
                  </a:lnTo>
                  <a:lnTo>
                    <a:pt x="1059966" y="1753654"/>
                  </a:lnTo>
                  <a:lnTo>
                    <a:pt x="1098341" y="1729827"/>
                  </a:lnTo>
                  <a:lnTo>
                    <a:pt x="1136146" y="1705184"/>
                  </a:lnTo>
                  <a:lnTo>
                    <a:pt x="1173370" y="1679738"/>
                  </a:lnTo>
                  <a:lnTo>
                    <a:pt x="1209998" y="1653501"/>
                  </a:lnTo>
                  <a:lnTo>
                    <a:pt x="1246021" y="1626485"/>
                  </a:lnTo>
                  <a:lnTo>
                    <a:pt x="1281424" y="1598702"/>
                  </a:lnTo>
                  <a:lnTo>
                    <a:pt x="1316196" y="1570165"/>
                  </a:lnTo>
                  <a:lnTo>
                    <a:pt x="1350324" y="1540886"/>
                  </a:lnTo>
                  <a:lnTo>
                    <a:pt x="1383796" y="1510878"/>
                  </a:lnTo>
                  <a:lnTo>
                    <a:pt x="1416600" y="1480152"/>
                  </a:lnTo>
                  <a:lnTo>
                    <a:pt x="1448724" y="1448721"/>
                  </a:lnTo>
                  <a:lnTo>
                    <a:pt x="1480155" y="1416597"/>
                  </a:lnTo>
                  <a:lnTo>
                    <a:pt x="1510881" y="1383793"/>
                  </a:lnTo>
                  <a:lnTo>
                    <a:pt x="1540890" y="1350321"/>
                  </a:lnTo>
                  <a:lnTo>
                    <a:pt x="1570169" y="1316192"/>
                  </a:lnTo>
                  <a:lnTo>
                    <a:pt x="1598706" y="1281421"/>
                  </a:lnTo>
                  <a:lnTo>
                    <a:pt x="1626488" y="1246017"/>
                  </a:lnTo>
                  <a:lnTo>
                    <a:pt x="1653505" y="1209995"/>
                  </a:lnTo>
                  <a:lnTo>
                    <a:pt x="1679742" y="1173367"/>
                  </a:lnTo>
                  <a:lnTo>
                    <a:pt x="1705188" y="1136143"/>
                  </a:lnTo>
                  <a:lnTo>
                    <a:pt x="1729831" y="1098338"/>
                  </a:lnTo>
                  <a:lnTo>
                    <a:pt x="1753658" y="1059963"/>
                  </a:lnTo>
                  <a:lnTo>
                    <a:pt x="1776657" y="1021031"/>
                  </a:lnTo>
                  <a:lnTo>
                    <a:pt x="1798815" y="981553"/>
                  </a:lnTo>
                  <a:lnTo>
                    <a:pt x="1820121" y="941542"/>
                  </a:lnTo>
                  <a:lnTo>
                    <a:pt x="1840562" y="901011"/>
                  </a:lnTo>
                  <a:lnTo>
                    <a:pt x="1860126" y="859972"/>
                  </a:lnTo>
                  <a:lnTo>
                    <a:pt x="1878800" y="818436"/>
                  </a:lnTo>
                  <a:lnTo>
                    <a:pt x="1896572" y="776417"/>
                  </a:lnTo>
                  <a:lnTo>
                    <a:pt x="1913430" y="733926"/>
                  </a:lnTo>
                  <a:lnTo>
                    <a:pt x="1929362" y="690976"/>
                  </a:lnTo>
                  <a:lnTo>
                    <a:pt x="1944355" y="647580"/>
                  </a:lnTo>
                  <a:lnTo>
                    <a:pt x="1958397" y="603749"/>
                  </a:lnTo>
                  <a:lnTo>
                    <a:pt x="1971476" y="559495"/>
                  </a:lnTo>
                  <a:lnTo>
                    <a:pt x="1983579" y="514832"/>
                  </a:lnTo>
                  <a:lnTo>
                    <a:pt x="1994694" y="469771"/>
                  </a:lnTo>
                  <a:lnTo>
                    <a:pt x="2004809" y="424325"/>
                  </a:lnTo>
                  <a:lnTo>
                    <a:pt x="2013912" y="378506"/>
                  </a:lnTo>
                  <a:lnTo>
                    <a:pt x="2021989" y="332326"/>
                  </a:lnTo>
                  <a:lnTo>
                    <a:pt x="2029030" y="285798"/>
                  </a:lnTo>
                  <a:lnTo>
                    <a:pt x="2035021" y="238933"/>
                  </a:lnTo>
                  <a:lnTo>
                    <a:pt x="2039950" y="191745"/>
                  </a:lnTo>
                  <a:lnTo>
                    <a:pt x="2043806" y="144245"/>
                  </a:lnTo>
                  <a:lnTo>
                    <a:pt x="2046575" y="96446"/>
                  </a:lnTo>
                  <a:lnTo>
                    <a:pt x="2048245" y="48360"/>
                  </a:lnTo>
                  <a:lnTo>
                    <a:pt x="2048805" y="0"/>
                  </a:lnTo>
                  <a:close/>
                </a:path>
              </a:pathLst>
            </a:custGeom>
            <a:solidFill>
              <a:srgbClr val="5CE2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144504" y="2571749"/>
              <a:ext cx="2049145" cy="2049145"/>
            </a:xfrm>
            <a:custGeom>
              <a:avLst/>
              <a:gdLst/>
              <a:ahLst/>
              <a:cxnLst/>
              <a:rect l="l" t="t" r="r" b="b"/>
              <a:pathLst>
                <a:path w="2049144" h="2049145">
                  <a:moveTo>
                    <a:pt x="1525850" y="0"/>
                  </a:moveTo>
                  <a:lnTo>
                    <a:pt x="2048800" y="0"/>
                  </a:lnTo>
                  <a:lnTo>
                    <a:pt x="2048240" y="48360"/>
                  </a:lnTo>
                  <a:lnTo>
                    <a:pt x="2046570" y="96446"/>
                  </a:lnTo>
                  <a:lnTo>
                    <a:pt x="2043800" y="144245"/>
                  </a:lnTo>
                  <a:lnTo>
                    <a:pt x="2039945" y="191745"/>
                  </a:lnTo>
                  <a:lnTo>
                    <a:pt x="2035016" y="238933"/>
                  </a:lnTo>
                  <a:lnTo>
                    <a:pt x="2029025" y="285798"/>
                  </a:lnTo>
                  <a:lnTo>
                    <a:pt x="2021984" y="332326"/>
                  </a:lnTo>
                  <a:lnTo>
                    <a:pt x="2013907" y="378506"/>
                  </a:lnTo>
                  <a:lnTo>
                    <a:pt x="2004804" y="424325"/>
                  </a:lnTo>
                  <a:lnTo>
                    <a:pt x="1994689" y="469771"/>
                  </a:lnTo>
                  <a:lnTo>
                    <a:pt x="1983574" y="514832"/>
                  </a:lnTo>
                  <a:lnTo>
                    <a:pt x="1971471" y="559495"/>
                  </a:lnTo>
                  <a:lnTo>
                    <a:pt x="1958392" y="603749"/>
                  </a:lnTo>
                  <a:lnTo>
                    <a:pt x="1944350" y="647580"/>
                  </a:lnTo>
                  <a:lnTo>
                    <a:pt x="1929357" y="690976"/>
                  </a:lnTo>
                  <a:lnTo>
                    <a:pt x="1913425" y="733926"/>
                  </a:lnTo>
                  <a:lnTo>
                    <a:pt x="1896567" y="776417"/>
                  </a:lnTo>
                  <a:lnTo>
                    <a:pt x="1878795" y="818436"/>
                  </a:lnTo>
                  <a:lnTo>
                    <a:pt x="1860120" y="859972"/>
                  </a:lnTo>
                  <a:lnTo>
                    <a:pt x="1840557" y="901011"/>
                  </a:lnTo>
                  <a:lnTo>
                    <a:pt x="1820116" y="941542"/>
                  </a:lnTo>
                  <a:lnTo>
                    <a:pt x="1798810" y="981553"/>
                  </a:lnTo>
                  <a:lnTo>
                    <a:pt x="1776651" y="1021031"/>
                  </a:lnTo>
                  <a:lnTo>
                    <a:pt x="1753652" y="1059963"/>
                  </a:lnTo>
                  <a:lnTo>
                    <a:pt x="1729825" y="1098338"/>
                  </a:lnTo>
                  <a:lnTo>
                    <a:pt x="1705183" y="1136143"/>
                  </a:lnTo>
                  <a:lnTo>
                    <a:pt x="1679737" y="1173367"/>
                  </a:lnTo>
                  <a:lnTo>
                    <a:pt x="1653499" y="1209995"/>
                  </a:lnTo>
                  <a:lnTo>
                    <a:pt x="1626483" y="1246017"/>
                  </a:lnTo>
                  <a:lnTo>
                    <a:pt x="1598700" y="1281421"/>
                  </a:lnTo>
                  <a:lnTo>
                    <a:pt x="1570163" y="1316192"/>
                  </a:lnTo>
                  <a:lnTo>
                    <a:pt x="1540885" y="1350321"/>
                  </a:lnTo>
                  <a:lnTo>
                    <a:pt x="1510876" y="1383793"/>
                  </a:lnTo>
                  <a:lnTo>
                    <a:pt x="1480150" y="1416597"/>
                  </a:lnTo>
                  <a:lnTo>
                    <a:pt x="1448719" y="1448721"/>
                  </a:lnTo>
                  <a:lnTo>
                    <a:pt x="1416595" y="1480152"/>
                  </a:lnTo>
                  <a:lnTo>
                    <a:pt x="1383791" y="1510878"/>
                  </a:lnTo>
                  <a:lnTo>
                    <a:pt x="1350319" y="1540886"/>
                  </a:lnTo>
                  <a:lnTo>
                    <a:pt x="1316190" y="1570165"/>
                  </a:lnTo>
                  <a:lnTo>
                    <a:pt x="1281418" y="1598702"/>
                  </a:lnTo>
                  <a:lnTo>
                    <a:pt x="1246015" y="1626485"/>
                  </a:lnTo>
                  <a:lnTo>
                    <a:pt x="1209993" y="1653501"/>
                  </a:lnTo>
                  <a:lnTo>
                    <a:pt x="1173364" y="1679738"/>
                  </a:lnTo>
                  <a:lnTo>
                    <a:pt x="1136141" y="1705184"/>
                  </a:lnTo>
                  <a:lnTo>
                    <a:pt x="1098336" y="1729827"/>
                  </a:lnTo>
                  <a:lnTo>
                    <a:pt x="1059961" y="1753654"/>
                  </a:lnTo>
                  <a:lnTo>
                    <a:pt x="1021028" y="1776652"/>
                  </a:lnTo>
                  <a:lnTo>
                    <a:pt x="981551" y="1798811"/>
                  </a:lnTo>
                  <a:lnTo>
                    <a:pt x="941540" y="1820117"/>
                  </a:lnTo>
                  <a:lnTo>
                    <a:pt x="901009" y="1840558"/>
                  </a:lnTo>
                  <a:lnTo>
                    <a:pt x="859969" y="1860121"/>
                  </a:lnTo>
                  <a:lnTo>
                    <a:pt x="818434" y="1878795"/>
                  </a:lnTo>
                  <a:lnTo>
                    <a:pt x="776415" y="1896568"/>
                  </a:lnTo>
                  <a:lnTo>
                    <a:pt x="733924" y="1913426"/>
                  </a:lnTo>
                  <a:lnTo>
                    <a:pt x="690974" y="1929358"/>
                  </a:lnTo>
                  <a:lnTo>
                    <a:pt x="647578" y="1944351"/>
                  </a:lnTo>
                  <a:lnTo>
                    <a:pt x="603747" y="1958393"/>
                  </a:lnTo>
                  <a:lnTo>
                    <a:pt x="559494" y="1971471"/>
                  </a:lnTo>
                  <a:lnTo>
                    <a:pt x="514830" y="1983574"/>
                  </a:lnTo>
                  <a:lnTo>
                    <a:pt x="469770" y="1994689"/>
                  </a:lnTo>
                  <a:lnTo>
                    <a:pt x="424324" y="2004804"/>
                  </a:lnTo>
                  <a:lnTo>
                    <a:pt x="378505" y="2013907"/>
                  </a:lnTo>
                  <a:lnTo>
                    <a:pt x="332325" y="2021984"/>
                  </a:lnTo>
                  <a:lnTo>
                    <a:pt x="285797" y="2029025"/>
                  </a:lnTo>
                  <a:lnTo>
                    <a:pt x="238932" y="2035016"/>
                  </a:lnTo>
                  <a:lnTo>
                    <a:pt x="191744" y="2039945"/>
                  </a:lnTo>
                  <a:lnTo>
                    <a:pt x="144245" y="2043801"/>
                  </a:lnTo>
                  <a:lnTo>
                    <a:pt x="96446" y="2046570"/>
                  </a:lnTo>
                  <a:lnTo>
                    <a:pt x="48360" y="2048240"/>
                  </a:lnTo>
                  <a:lnTo>
                    <a:pt x="0" y="2048800"/>
                  </a:lnTo>
                  <a:lnTo>
                    <a:pt x="0" y="1525860"/>
                  </a:lnTo>
                  <a:lnTo>
                    <a:pt x="48436" y="1525106"/>
                  </a:lnTo>
                  <a:lnTo>
                    <a:pt x="96497" y="1522858"/>
                  </a:lnTo>
                  <a:lnTo>
                    <a:pt x="144159" y="1519139"/>
                  </a:lnTo>
                  <a:lnTo>
                    <a:pt x="191399" y="1513971"/>
                  </a:lnTo>
                  <a:lnTo>
                    <a:pt x="238197" y="1507377"/>
                  </a:lnTo>
                  <a:lnTo>
                    <a:pt x="284528" y="1499379"/>
                  </a:lnTo>
                  <a:lnTo>
                    <a:pt x="330371" y="1489999"/>
                  </a:lnTo>
                  <a:lnTo>
                    <a:pt x="375704" y="1479259"/>
                  </a:lnTo>
                  <a:lnTo>
                    <a:pt x="420504" y="1467182"/>
                  </a:lnTo>
                  <a:lnTo>
                    <a:pt x="464749" y="1453791"/>
                  </a:lnTo>
                  <a:lnTo>
                    <a:pt x="508417" y="1439107"/>
                  </a:lnTo>
                  <a:lnTo>
                    <a:pt x="551485" y="1423152"/>
                  </a:lnTo>
                  <a:lnTo>
                    <a:pt x="593930" y="1405951"/>
                  </a:lnTo>
                  <a:lnTo>
                    <a:pt x="635731" y="1387523"/>
                  </a:lnTo>
                  <a:lnTo>
                    <a:pt x="676865" y="1367893"/>
                  </a:lnTo>
                  <a:lnTo>
                    <a:pt x="717310" y="1347082"/>
                  </a:lnTo>
                  <a:lnTo>
                    <a:pt x="757044" y="1325113"/>
                  </a:lnTo>
                  <a:lnTo>
                    <a:pt x="796043" y="1302007"/>
                  </a:lnTo>
                  <a:lnTo>
                    <a:pt x="834287" y="1277788"/>
                  </a:lnTo>
                  <a:lnTo>
                    <a:pt x="871751" y="1252477"/>
                  </a:lnTo>
                  <a:lnTo>
                    <a:pt x="908415" y="1226098"/>
                  </a:lnTo>
                  <a:lnTo>
                    <a:pt x="944256" y="1198672"/>
                  </a:lnTo>
                  <a:lnTo>
                    <a:pt x="979251" y="1170221"/>
                  </a:lnTo>
                  <a:lnTo>
                    <a:pt x="1013378" y="1140769"/>
                  </a:lnTo>
                  <a:lnTo>
                    <a:pt x="1046615" y="1110336"/>
                  </a:lnTo>
                  <a:lnTo>
                    <a:pt x="1078939" y="1078947"/>
                  </a:lnTo>
                  <a:lnTo>
                    <a:pt x="1110329" y="1046623"/>
                  </a:lnTo>
                  <a:lnTo>
                    <a:pt x="1140761" y="1013386"/>
                  </a:lnTo>
                  <a:lnTo>
                    <a:pt x="1170213" y="979258"/>
                  </a:lnTo>
                  <a:lnTo>
                    <a:pt x="1198663" y="944263"/>
                  </a:lnTo>
                  <a:lnTo>
                    <a:pt x="1226089" y="908422"/>
                  </a:lnTo>
                  <a:lnTo>
                    <a:pt x="1252469" y="871758"/>
                  </a:lnTo>
                  <a:lnTo>
                    <a:pt x="1277779" y="834293"/>
                  </a:lnTo>
                  <a:lnTo>
                    <a:pt x="1301998" y="796050"/>
                  </a:lnTo>
                  <a:lnTo>
                    <a:pt x="1325104" y="757050"/>
                  </a:lnTo>
                  <a:lnTo>
                    <a:pt x="1347073" y="717317"/>
                  </a:lnTo>
                  <a:lnTo>
                    <a:pt x="1367884" y="676872"/>
                  </a:lnTo>
                  <a:lnTo>
                    <a:pt x="1387514" y="635737"/>
                  </a:lnTo>
                  <a:lnTo>
                    <a:pt x="1405941" y="593936"/>
                  </a:lnTo>
                  <a:lnTo>
                    <a:pt x="1423143" y="551490"/>
                  </a:lnTo>
                  <a:lnTo>
                    <a:pt x="1439097" y="508423"/>
                  </a:lnTo>
                  <a:lnTo>
                    <a:pt x="1453781" y="464755"/>
                  </a:lnTo>
                  <a:lnTo>
                    <a:pt x="1467172" y="420510"/>
                  </a:lnTo>
                  <a:lnTo>
                    <a:pt x="1479249" y="375710"/>
                  </a:lnTo>
                  <a:lnTo>
                    <a:pt x="1489988" y="330377"/>
                  </a:lnTo>
                  <a:lnTo>
                    <a:pt x="1499369" y="284533"/>
                  </a:lnTo>
                  <a:lnTo>
                    <a:pt x="1507367" y="238202"/>
                  </a:lnTo>
                  <a:lnTo>
                    <a:pt x="1513961" y="191404"/>
                  </a:lnTo>
                  <a:lnTo>
                    <a:pt x="1519129" y="144164"/>
                  </a:lnTo>
                  <a:lnTo>
                    <a:pt x="1522848" y="96502"/>
                  </a:lnTo>
                  <a:lnTo>
                    <a:pt x="1525095" y="48441"/>
                  </a:lnTo>
                  <a:lnTo>
                    <a:pt x="152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144499" y="2571749"/>
              <a:ext cx="1525905" cy="1525905"/>
            </a:xfrm>
            <a:custGeom>
              <a:avLst/>
              <a:gdLst/>
              <a:ahLst/>
              <a:cxnLst/>
              <a:rect l="l" t="t" r="r" b="b"/>
              <a:pathLst>
                <a:path w="1525905" h="1525904">
                  <a:moveTo>
                    <a:pt x="1002910" y="0"/>
                  </a:moveTo>
                  <a:lnTo>
                    <a:pt x="1525855" y="10"/>
                  </a:lnTo>
                  <a:lnTo>
                    <a:pt x="1525101" y="48446"/>
                  </a:lnTo>
                  <a:lnTo>
                    <a:pt x="1522853" y="96507"/>
                  </a:lnTo>
                  <a:lnTo>
                    <a:pt x="1519134" y="144168"/>
                  </a:lnTo>
                  <a:lnTo>
                    <a:pt x="1513966" y="191409"/>
                  </a:lnTo>
                  <a:lnTo>
                    <a:pt x="1507372" y="238206"/>
                  </a:lnTo>
                  <a:lnTo>
                    <a:pt x="1499374" y="284537"/>
                  </a:lnTo>
                  <a:lnTo>
                    <a:pt x="1489994" y="330380"/>
                  </a:lnTo>
                  <a:lnTo>
                    <a:pt x="1479254" y="375713"/>
                  </a:lnTo>
                  <a:lnTo>
                    <a:pt x="1467177" y="420513"/>
                  </a:lnTo>
                  <a:lnTo>
                    <a:pt x="1453786" y="464758"/>
                  </a:lnTo>
                  <a:lnTo>
                    <a:pt x="1439102" y="508425"/>
                  </a:lnTo>
                  <a:lnTo>
                    <a:pt x="1423148" y="551493"/>
                  </a:lnTo>
                  <a:lnTo>
                    <a:pt x="1405946" y="593938"/>
                  </a:lnTo>
                  <a:lnTo>
                    <a:pt x="1387519" y="635739"/>
                  </a:lnTo>
                  <a:lnTo>
                    <a:pt x="1367889" y="676873"/>
                  </a:lnTo>
                  <a:lnTo>
                    <a:pt x="1347078" y="717318"/>
                  </a:lnTo>
                  <a:lnTo>
                    <a:pt x="1325109" y="757052"/>
                  </a:lnTo>
                  <a:lnTo>
                    <a:pt x="1302003" y="796051"/>
                  </a:lnTo>
                  <a:lnTo>
                    <a:pt x="1277784" y="834295"/>
                  </a:lnTo>
                  <a:lnTo>
                    <a:pt x="1252474" y="871759"/>
                  </a:lnTo>
                  <a:lnTo>
                    <a:pt x="1226095" y="908423"/>
                  </a:lnTo>
                  <a:lnTo>
                    <a:pt x="1198668" y="944264"/>
                  </a:lnTo>
                  <a:lnTo>
                    <a:pt x="1170218" y="979259"/>
                  </a:lnTo>
                  <a:lnTo>
                    <a:pt x="1140766" y="1013386"/>
                  </a:lnTo>
                  <a:lnTo>
                    <a:pt x="1110334" y="1046623"/>
                  </a:lnTo>
                  <a:lnTo>
                    <a:pt x="1078944" y="1078948"/>
                  </a:lnTo>
                  <a:lnTo>
                    <a:pt x="1046620" y="1110337"/>
                  </a:lnTo>
                  <a:lnTo>
                    <a:pt x="1013383" y="1140769"/>
                  </a:lnTo>
                  <a:lnTo>
                    <a:pt x="979256" y="1170222"/>
                  </a:lnTo>
                  <a:lnTo>
                    <a:pt x="944261" y="1198672"/>
                  </a:lnTo>
                  <a:lnTo>
                    <a:pt x="908420" y="1226098"/>
                  </a:lnTo>
                  <a:lnTo>
                    <a:pt x="871757" y="1252478"/>
                  </a:lnTo>
                  <a:lnTo>
                    <a:pt x="834292" y="1277788"/>
                  </a:lnTo>
                  <a:lnTo>
                    <a:pt x="796048" y="1302007"/>
                  </a:lnTo>
                  <a:lnTo>
                    <a:pt x="757049" y="1325113"/>
                  </a:lnTo>
                  <a:lnTo>
                    <a:pt x="717315" y="1347082"/>
                  </a:lnTo>
                  <a:lnTo>
                    <a:pt x="676870" y="1367893"/>
                  </a:lnTo>
                  <a:lnTo>
                    <a:pt x="635736" y="1387523"/>
                  </a:lnTo>
                  <a:lnTo>
                    <a:pt x="593935" y="1405951"/>
                  </a:lnTo>
                  <a:lnTo>
                    <a:pt x="551490" y="1423152"/>
                  </a:lnTo>
                  <a:lnTo>
                    <a:pt x="508422" y="1439107"/>
                  </a:lnTo>
                  <a:lnTo>
                    <a:pt x="464755" y="1453791"/>
                  </a:lnTo>
                  <a:lnTo>
                    <a:pt x="420510" y="1467182"/>
                  </a:lnTo>
                  <a:lnTo>
                    <a:pt x="375710" y="1479259"/>
                  </a:lnTo>
                  <a:lnTo>
                    <a:pt x="330377" y="1489999"/>
                  </a:lnTo>
                  <a:lnTo>
                    <a:pt x="284533" y="1499379"/>
                  </a:lnTo>
                  <a:lnTo>
                    <a:pt x="238202" y="1507377"/>
                  </a:lnTo>
                  <a:lnTo>
                    <a:pt x="191405" y="1513971"/>
                  </a:lnTo>
                  <a:lnTo>
                    <a:pt x="144164" y="1519139"/>
                  </a:lnTo>
                  <a:lnTo>
                    <a:pt x="96502" y="1522858"/>
                  </a:lnTo>
                  <a:lnTo>
                    <a:pt x="48442" y="1525106"/>
                  </a:lnTo>
                  <a:lnTo>
                    <a:pt x="5" y="1525860"/>
                  </a:lnTo>
                  <a:lnTo>
                    <a:pt x="0" y="1002915"/>
                  </a:lnTo>
                  <a:lnTo>
                    <a:pt x="48592" y="1001759"/>
                  </a:lnTo>
                  <a:lnTo>
                    <a:pt x="96587" y="998324"/>
                  </a:lnTo>
                  <a:lnTo>
                    <a:pt x="143932" y="992664"/>
                  </a:lnTo>
                  <a:lnTo>
                    <a:pt x="190576" y="984831"/>
                  </a:lnTo>
                  <a:lnTo>
                    <a:pt x="236465" y="974878"/>
                  </a:lnTo>
                  <a:lnTo>
                    <a:pt x="281548" y="962856"/>
                  </a:lnTo>
                  <a:lnTo>
                    <a:pt x="325770" y="948820"/>
                  </a:lnTo>
                  <a:lnTo>
                    <a:pt x="369081" y="932820"/>
                  </a:lnTo>
                  <a:lnTo>
                    <a:pt x="411427" y="914911"/>
                  </a:lnTo>
                  <a:lnTo>
                    <a:pt x="452756" y="895143"/>
                  </a:lnTo>
                  <a:lnTo>
                    <a:pt x="493015" y="873571"/>
                  </a:lnTo>
                  <a:lnTo>
                    <a:pt x="532152" y="850245"/>
                  </a:lnTo>
                  <a:lnTo>
                    <a:pt x="570114" y="825220"/>
                  </a:lnTo>
                  <a:lnTo>
                    <a:pt x="606849" y="798547"/>
                  </a:lnTo>
                  <a:lnTo>
                    <a:pt x="642304" y="770279"/>
                  </a:lnTo>
                  <a:lnTo>
                    <a:pt x="676427" y="740469"/>
                  </a:lnTo>
                  <a:lnTo>
                    <a:pt x="709165" y="709169"/>
                  </a:lnTo>
                  <a:lnTo>
                    <a:pt x="740465" y="676431"/>
                  </a:lnTo>
                  <a:lnTo>
                    <a:pt x="770275" y="642308"/>
                  </a:lnTo>
                  <a:lnTo>
                    <a:pt x="798543" y="606853"/>
                  </a:lnTo>
                  <a:lnTo>
                    <a:pt x="825216" y="570118"/>
                  </a:lnTo>
                  <a:lnTo>
                    <a:pt x="850241" y="532156"/>
                  </a:lnTo>
                  <a:lnTo>
                    <a:pt x="873566" y="493020"/>
                  </a:lnTo>
                  <a:lnTo>
                    <a:pt x="895139" y="452761"/>
                  </a:lnTo>
                  <a:lnTo>
                    <a:pt x="914906" y="411432"/>
                  </a:lnTo>
                  <a:lnTo>
                    <a:pt x="932816" y="369086"/>
                  </a:lnTo>
                  <a:lnTo>
                    <a:pt x="948815" y="325776"/>
                  </a:lnTo>
                  <a:lnTo>
                    <a:pt x="962852" y="281554"/>
                  </a:lnTo>
                  <a:lnTo>
                    <a:pt x="974873" y="236472"/>
                  </a:lnTo>
                  <a:lnTo>
                    <a:pt x="984826" y="190583"/>
                  </a:lnTo>
                  <a:lnTo>
                    <a:pt x="992659" y="143940"/>
                  </a:lnTo>
                  <a:lnTo>
                    <a:pt x="998319" y="96595"/>
                  </a:lnTo>
                  <a:lnTo>
                    <a:pt x="1001753" y="48601"/>
                  </a:lnTo>
                  <a:lnTo>
                    <a:pt x="1002910" y="0"/>
                  </a:lnTo>
                  <a:close/>
                </a:path>
              </a:pathLst>
            </a:custGeom>
            <a:solidFill>
              <a:srgbClr val="3BC4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144487" y="11"/>
              <a:ext cx="5143500" cy="3575050"/>
            </a:xfrm>
            <a:custGeom>
              <a:avLst/>
              <a:gdLst/>
              <a:ahLst/>
              <a:cxnLst/>
              <a:rect l="l" t="t" r="r" b="b"/>
              <a:pathLst>
                <a:path w="5143500" h="3575050">
                  <a:moveTo>
                    <a:pt x="1002919" y="2571750"/>
                  </a:moveTo>
                  <a:lnTo>
                    <a:pt x="0" y="2571750"/>
                  </a:lnTo>
                  <a:lnTo>
                    <a:pt x="0" y="3574656"/>
                  </a:lnTo>
                  <a:lnTo>
                    <a:pt x="48602" y="3573500"/>
                  </a:lnTo>
                  <a:lnTo>
                    <a:pt x="96596" y="3570071"/>
                  </a:lnTo>
                  <a:lnTo>
                    <a:pt x="143941" y="3564407"/>
                  </a:lnTo>
                  <a:lnTo>
                    <a:pt x="190576" y="3556571"/>
                  </a:lnTo>
                  <a:lnTo>
                    <a:pt x="236474" y="3546627"/>
                  </a:lnTo>
                  <a:lnTo>
                    <a:pt x="281559" y="3534600"/>
                  </a:lnTo>
                  <a:lnTo>
                    <a:pt x="325780" y="3520567"/>
                  </a:lnTo>
                  <a:lnTo>
                    <a:pt x="369087" y="3504565"/>
                  </a:lnTo>
                  <a:lnTo>
                    <a:pt x="411429" y="3486658"/>
                  </a:lnTo>
                  <a:lnTo>
                    <a:pt x="452767" y="3466884"/>
                  </a:lnTo>
                  <a:lnTo>
                    <a:pt x="493026" y="3445319"/>
                  </a:lnTo>
                  <a:lnTo>
                    <a:pt x="532155" y="3421989"/>
                  </a:lnTo>
                  <a:lnTo>
                    <a:pt x="570115" y="3396970"/>
                  </a:lnTo>
                  <a:lnTo>
                    <a:pt x="606856" y="3370288"/>
                  </a:lnTo>
                  <a:lnTo>
                    <a:pt x="642315" y="3342017"/>
                  </a:lnTo>
                  <a:lnTo>
                    <a:pt x="676427" y="3312210"/>
                  </a:lnTo>
                  <a:lnTo>
                    <a:pt x="709168" y="3280918"/>
                  </a:lnTo>
                  <a:lnTo>
                    <a:pt x="740473" y="3248177"/>
                  </a:lnTo>
                  <a:lnTo>
                    <a:pt x="770280" y="3214052"/>
                  </a:lnTo>
                  <a:lnTo>
                    <a:pt x="798550" y="3178594"/>
                  </a:lnTo>
                  <a:lnTo>
                    <a:pt x="825220" y="3141865"/>
                  </a:lnTo>
                  <a:lnTo>
                    <a:pt x="850252" y="3103905"/>
                  </a:lnTo>
                  <a:lnTo>
                    <a:pt x="873569" y="3064764"/>
                  </a:lnTo>
                  <a:lnTo>
                    <a:pt x="895146" y="3024505"/>
                  </a:lnTo>
                  <a:lnTo>
                    <a:pt x="914908" y="2983179"/>
                  </a:lnTo>
                  <a:lnTo>
                    <a:pt x="932827" y="2940824"/>
                  </a:lnTo>
                  <a:lnTo>
                    <a:pt x="948817" y="2897517"/>
                  </a:lnTo>
                  <a:lnTo>
                    <a:pt x="962863" y="2853296"/>
                  </a:lnTo>
                  <a:lnTo>
                    <a:pt x="974877" y="2808211"/>
                  </a:lnTo>
                  <a:lnTo>
                    <a:pt x="984834" y="2762326"/>
                  </a:lnTo>
                  <a:lnTo>
                    <a:pt x="992670" y="2715679"/>
                  </a:lnTo>
                  <a:lnTo>
                    <a:pt x="998321" y="2668333"/>
                  </a:lnTo>
                  <a:lnTo>
                    <a:pt x="1001763" y="2620340"/>
                  </a:lnTo>
                  <a:lnTo>
                    <a:pt x="1002919" y="2571750"/>
                  </a:lnTo>
                  <a:close/>
                </a:path>
                <a:path w="5143500" h="3575050">
                  <a:moveTo>
                    <a:pt x="5143500" y="0"/>
                  </a:moveTo>
                  <a:lnTo>
                    <a:pt x="2571750" y="0"/>
                  </a:lnTo>
                  <a:lnTo>
                    <a:pt x="2571750" y="2571750"/>
                  </a:lnTo>
                  <a:lnTo>
                    <a:pt x="5143500" y="2571750"/>
                  </a:lnTo>
                  <a:lnTo>
                    <a:pt x="5143500" y="0"/>
                  </a:lnTo>
                  <a:close/>
                </a:path>
              </a:pathLst>
            </a:custGeom>
            <a:solidFill>
              <a:srgbClr val="783C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716254" y="10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2571744" y="0"/>
                  </a:moveTo>
                  <a:lnTo>
                    <a:pt x="2571744" y="2571739"/>
                  </a:lnTo>
                  <a:lnTo>
                    <a:pt x="0" y="2571739"/>
                  </a:lnTo>
                  <a:lnTo>
                    <a:pt x="48315" y="2571294"/>
                  </a:lnTo>
                  <a:lnTo>
                    <a:pt x="96414" y="2569965"/>
                  </a:lnTo>
                  <a:lnTo>
                    <a:pt x="144289" y="2567760"/>
                  </a:lnTo>
                  <a:lnTo>
                    <a:pt x="191932" y="2564685"/>
                  </a:lnTo>
                  <a:lnTo>
                    <a:pt x="239336" y="2560750"/>
                  </a:lnTo>
                  <a:lnTo>
                    <a:pt x="286493" y="2555961"/>
                  </a:lnTo>
                  <a:lnTo>
                    <a:pt x="333394" y="2550327"/>
                  </a:lnTo>
                  <a:lnTo>
                    <a:pt x="380033" y="2543855"/>
                  </a:lnTo>
                  <a:lnTo>
                    <a:pt x="426402" y="2536553"/>
                  </a:lnTo>
                  <a:lnTo>
                    <a:pt x="472492" y="2528429"/>
                  </a:lnTo>
                  <a:lnTo>
                    <a:pt x="518296" y="2519491"/>
                  </a:lnTo>
                  <a:lnTo>
                    <a:pt x="563806" y="2509746"/>
                  </a:lnTo>
                  <a:lnTo>
                    <a:pt x="609015" y="2499202"/>
                  </a:lnTo>
                  <a:lnTo>
                    <a:pt x="653914" y="2487867"/>
                  </a:lnTo>
                  <a:lnTo>
                    <a:pt x="698496" y="2475748"/>
                  </a:lnTo>
                  <a:lnTo>
                    <a:pt x="742754" y="2462855"/>
                  </a:lnTo>
                  <a:lnTo>
                    <a:pt x="786678" y="2449193"/>
                  </a:lnTo>
                  <a:lnTo>
                    <a:pt x="830262" y="2434771"/>
                  </a:lnTo>
                  <a:lnTo>
                    <a:pt x="873498" y="2419597"/>
                  </a:lnTo>
                  <a:lnTo>
                    <a:pt x="916378" y="2403679"/>
                  </a:lnTo>
                  <a:lnTo>
                    <a:pt x="958894" y="2387024"/>
                  </a:lnTo>
                  <a:lnTo>
                    <a:pt x="1001039" y="2369640"/>
                  </a:lnTo>
                  <a:lnTo>
                    <a:pt x="1042804" y="2351534"/>
                  </a:lnTo>
                  <a:lnTo>
                    <a:pt x="1084183" y="2332716"/>
                  </a:lnTo>
                  <a:lnTo>
                    <a:pt x="1125166" y="2313192"/>
                  </a:lnTo>
                  <a:lnTo>
                    <a:pt x="1165747" y="2292969"/>
                  </a:lnTo>
                  <a:lnTo>
                    <a:pt x="1205917" y="2272057"/>
                  </a:lnTo>
                  <a:lnTo>
                    <a:pt x="1245670" y="2250463"/>
                  </a:lnTo>
                  <a:lnTo>
                    <a:pt x="1284996" y="2228194"/>
                  </a:lnTo>
                  <a:lnTo>
                    <a:pt x="1323889" y="2205258"/>
                  </a:lnTo>
                  <a:lnTo>
                    <a:pt x="1362340" y="2181663"/>
                  </a:lnTo>
                  <a:lnTo>
                    <a:pt x="1400342" y="2157417"/>
                  </a:lnTo>
                  <a:lnTo>
                    <a:pt x="1437887" y="2132527"/>
                  </a:lnTo>
                  <a:lnTo>
                    <a:pt x="1474967" y="2107002"/>
                  </a:lnTo>
                  <a:lnTo>
                    <a:pt x="1511575" y="2080849"/>
                  </a:lnTo>
                  <a:lnTo>
                    <a:pt x="1547702" y="2054076"/>
                  </a:lnTo>
                  <a:lnTo>
                    <a:pt x="1583342" y="2026690"/>
                  </a:lnTo>
                  <a:lnTo>
                    <a:pt x="1618485" y="1998700"/>
                  </a:lnTo>
                  <a:lnTo>
                    <a:pt x="1653125" y="1970112"/>
                  </a:lnTo>
                  <a:lnTo>
                    <a:pt x="1687253" y="1940936"/>
                  </a:lnTo>
                  <a:lnTo>
                    <a:pt x="1720863" y="1911178"/>
                  </a:lnTo>
                  <a:lnTo>
                    <a:pt x="1753945" y="1880847"/>
                  </a:lnTo>
                  <a:lnTo>
                    <a:pt x="1786493" y="1849950"/>
                  </a:lnTo>
                  <a:lnTo>
                    <a:pt x="1818498" y="1818495"/>
                  </a:lnTo>
                  <a:lnTo>
                    <a:pt x="1849953" y="1786490"/>
                  </a:lnTo>
                  <a:lnTo>
                    <a:pt x="1880850" y="1753943"/>
                  </a:lnTo>
                  <a:lnTo>
                    <a:pt x="1911181" y="1720860"/>
                  </a:lnTo>
                  <a:lnTo>
                    <a:pt x="1940939" y="1687251"/>
                  </a:lnTo>
                  <a:lnTo>
                    <a:pt x="1970115" y="1653123"/>
                  </a:lnTo>
                  <a:lnTo>
                    <a:pt x="1998703" y="1618483"/>
                  </a:lnTo>
                  <a:lnTo>
                    <a:pt x="2026693" y="1583340"/>
                  </a:lnTo>
                  <a:lnTo>
                    <a:pt x="2054079" y="1547700"/>
                  </a:lnTo>
                  <a:lnTo>
                    <a:pt x="2080852" y="1511573"/>
                  </a:lnTo>
                  <a:lnTo>
                    <a:pt x="2107006" y="1474965"/>
                  </a:lnTo>
                  <a:lnTo>
                    <a:pt x="2132531" y="1437885"/>
                  </a:lnTo>
                  <a:lnTo>
                    <a:pt x="2157421" y="1400340"/>
                  </a:lnTo>
                  <a:lnTo>
                    <a:pt x="2181667" y="1362338"/>
                  </a:lnTo>
                  <a:lnTo>
                    <a:pt x="2205262" y="1323887"/>
                  </a:lnTo>
                  <a:lnTo>
                    <a:pt x="2228198" y="1284995"/>
                  </a:lnTo>
                  <a:lnTo>
                    <a:pt x="2250467" y="1245668"/>
                  </a:lnTo>
                  <a:lnTo>
                    <a:pt x="2272061" y="1205916"/>
                  </a:lnTo>
                  <a:lnTo>
                    <a:pt x="2292974" y="1165746"/>
                  </a:lnTo>
                  <a:lnTo>
                    <a:pt x="2313196" y="1125165"/>
                  </a:lnTo>
                  <a:lnTo>
                    <a:pt x="2332720" y="1084182"/>
                  </a:lnTo>
                  <a:lnTo>
                    <a:pt x="2351539" y="1042803"/>
                  </a:lnTo>
                  <a:lnTo>
                    <a:pt x="2369644" y="1001038"/>
                  </a:lnTo>
                  <a:lnTo>
                    <a:pt x="2387028" y="958894"/>
                  </a:lnTo>
                  <a:lnTo>
                    <a:pt x="2403683" y="916378"/>
                  </a:lnTo>
                  <a:lnTo>
                    <a:pt x="2419602" y="873498"/>
                  </a:lnTo>
                  <a:lnTo>
                    <a:pt x="2434776" y="830262"/>
                  </a:lnTo>
                  <a:lnTo>
                    <a:pt x="2449197" y="786678"/>
                  </a:lnTo>
                  <a:lnTo>
                    <a:pt x="2462859" y="742753"/>
                  </a:lnTo>
                  <a:lnTo>
                    <a:pt x="2475753" y="698496"/>
                  </a:lnTo>
                  <a:lnTo>
                    <a:pt x="2487872" y="653914"/>
                  </a:lnTo>
                  <a:lnTo>
                    <a:pt x="2499207" y="609015"/>
                  </a:lnTo>
                  <a:lnTo>
                    <a:pt x="2509751" y="563806"/>
                  </a:lnTo>
                  <a:lnTo>
                    <a:pt x="2519496" y="518296"/>
                  </a:lnTo>
                  <a:lnTo>
                    <a:pt x="2528434" y="472492"/>
                  </a:lnTo>
                  <a:lnTo>
                    <a:pt x="2536558" y="426402"/>
                  </a:lnTo>
                  <a:lnTo>
                    <a:pt x="2543860" y="380033"/>
                  </a:lnTo>
                  <a:lnTo>
                    <a:pt x="2550332" y="333394"/>
                  </a:lnTo>
                  <a:lnTo>
                    <a:pt x="2555966" y="286493"/>
                  </a:lnTo>
                  <a:lnTo>
                    <a:pt x="2560755" y="239336"/>
                  </a:lnTo>
                  <a:lnTo>
                    <a:pt x="2564690" y="191932"/>
                  </a:lnTo>
                  <a:lnTo>
                    <a:pt x="2567765" y="144289"/>
                  </a:lnTo>
                  <a:lnTo>
                    <a:pt x="2569970" y="96414"/>
                  </a:lnTo>
                  <a:lnTo>
                    <a:pt x="2571300" y="48315"/>
                  </a:lnTo>
                  <a:lnTo>
                    <a:pt x="2571744" y="0"/>
                  </a:lnTo>
                  <a:close/>
                </a:path>
              </a:pathLst>
            </a:custGeom>
            <a:solidFill>
              <a:srgbClr val="F1CB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716249" y="0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2048805" y="0"/>
                  </a:moveTo>
                  <a:lnTo>
                    <a:pt x="2571750" y="10"/>
                  </a:lnTo>
                  <a:lnTo>
                    <a:pt x="2571305" y="48325"/>
                  </a:lnTo>
                  <a:lnTo>
                    <a:pt x="2569976" y="96424"/>
                  </a:lnTo>
                  <a:lnTo>
                    <a:pt x="2567770" y="144299"/>
                  </a:lnTo>
                  <a:lnTo>
                    <a:pt x="2564696" y="191942"/>
                  </a:lnTo>
                  <a:lnTo>
                    <a:pt x="2560760" y="239346"/>
                  </a:lnTo>
                  <a:lnTo>
                    <a:pt x="2555971" y="286503"/>
                  </a:lnTo>
                  <a:lnTo>
                    <a:pt x="2550337" y="333405"/>
                  </a:lnTo>
                  <a:lnTo>
                    <a:pt x="2543865" y="380044"/>
                  </a:lnTo>
                  <a:lnTo>
                    <a:pt x="2536563" y="426412"/>
                  </a:lnTo>
                  <a:lnTo>
                    <a:pt x="2528439" y="472502"/>
                  </a:lnTo>
                  <a:lnTo>
                    <a:pt x="2519501" y="518306"/>
                  </a:lnTo>
                  <a:lnTo>
                    <a:pt x="2509756" y="563816"/>
                  </a:lnTo>
                  <a:lnTo>
                    <a:pt x="2499212" y="609025"/>
                  </a:lnTo>
                  <a:lnTo>
                    <a:pt x="2487877" y="653924"/>
                  </a:lnTo>
                  <a:lnTo>
                    <a:pt x="2475758" y="698506"/>
                  </a:lnTo>
                  <a:lnTo>
                    <a:pt x="2462864" y="742764"/>
                  </a:lnTo>
                  <a:lnTo>
                    <a:pt x="2449203" y="786688"/>
                  </a:lnTo>
                  <a:lnTo>
                    <a:pt x="2434781" y="830272"/>
                  </a:lnTo>
                  <a:lnTo>
                    <a:pt x="2419607" y="873508"/>
                  </a:lnTo>
                  <a:lnTo>
                    <a:pt x="2403688" y="916388"/>
                  </a:lnTo>
                  <a:lnTo>
                    <a:pt x="2387033" y="958904"/>
                  </a:lnTo>
                  <a:lnTo>
                    <a:pt x="2369649" y="1001049"/>
                  </a:lnTo>
                  <a:lnTo>
                    <a:pt x="2351544" y="1042814"/>
                  </a:lnTo>
                  <a:lnTo>
                    <a:pt x="2332725" y="1084192"/>
                  </a:lnTo>
                  <a:lnTo>
                    <a:pt x="2313201" y="1125175"/>
                  </a:lnTo>
                  <a:lnTo>
                    <a:pt x="2292979" y="1165756"/>
                  </a:lnTo>
                  <a:lnTo>
                    <a:pt x="2272066" y="1205926"/>
                  </a:lnTo>
                  <a:lnTo>
                    <a:pt x="2250472" y="1245679"/>
                  </a:lnTo>
                  <a:lnTo>
                    <a:pt x="2228203" y="1285005"/>
                  </a:lnTo>
                  <a:lnTo>
                    <a:pt x="2205267" y="1323898"/>
                  </a:lnTo>
                  <a:lnTo>
                    <a:pt x="2181672" y="1362349"/>
                  </a:lnTo>
                  <a:lnTo>
                    <a:pt x="2157426" y="1400351"/>
                  </a:lnTo>
                  <a:lnTo>
                    <a:pt x="2132536" y="1437896"/>
                  </a:lnTo>
                  <a:lnTo>
                    <a:pt x="2107010" y="1474976"/>
                  </a:lnTo>
                  <a:lnTo>
                    <a:pt x="2080857" y="1511583"/>
                  </a:lnTo>
                  <a:lnTo>
                    <a:pt x="2054084" y="1547711"/>
                  </a:lnTo>
                  <a:lnTo>
                    <a:pt x="2026698" y="1583350"/>
                  </a:lnTo>
                  <a:lnTo>
                    <a:pt x="1998707" y="1618493"/>
                  </a:lnTo>
                  <a:lnTo>
                    <a:pt x="1970120" y="1653133"/>
                  </a:lnTo>
                  <a:lnTo>
                    <a:pt x="1940944" y="1687261"/>
                  </a:lnTo>
                  <a:lnTo>
                    <a:pt x="1911186" y="1720871"/>
                  </a:lnTo>
                  <a:lnTo>
                    <a:pt x="1880855" y="1753953"/>
                  </a:lnTo>
                  <a:lnTo>
                    <a:pt x="1849958" y="1786501"/>
                  </a:lnTo>
                  <a:lnTo>
                    <a:pt x="1818503" y="1818506"/>
                  </a:lnTo>
                  <a:lnTo>
                    <a:pt x="1786497" y="1849961"/>
                  </a:lnTo>
                  <a:lnTo>
                    <a:pt x="1753950" y="1880858"/>
                  </a:lnTo>
                  <a:lnTo>
                    <a:pt x="1720867" y="1911189"/>
                  </a:lnTo>
                  <a:lnTo>
                    <a:pt x="1687258" y="1940946"/>
                  </a:lnTo>
                  <a:lnTo>
                    <a:pt x="1653129" y="1970123"/>
                  </a:lnTo>
                  <a:lnTo>
                    <a:pt x="1618489" y="1998710"/>
                  </a:lnTo>
                  <a:lnTo>
                    <a:pt x="1583346" y="2026700"/>
                  </a:lnTo>
                  <a:lnTo>
                    <a:pt x="1547706" y="2054086"/>
                  </a:lnTo>
                  <a:lnTo>
                    <a:pt x="1511579" y="2080859"/>
                  </a:lnTo>
                  <a:lnTo>
                    <a:pt x="1474971" y="2107012"/>
                  </a:lnTo>
                  <a:lnTo>
                    <a:pt x="1437891" y="2132538"/>
                  </a:lnTo>
                  <a:lnTo>
                    <a:pt x="1400346" y="2157427"/>
                  </a:lnTo>
                  <a:lnTo>
                    <a:pt x="1362344" y="2181673"/>
                  </a:lnTo>
                  <a:lnTo>
                    <a:pt x="1323892" y="2205268"/>
                  </a:lnTo>
                  <a:lnTo>
                    <a:pt x="1285000" y="2228204"/>
                  </a:lnTo>
                  <a:lnTo>
                    <a:pt x="1245673" y="2250473"/>
                  </a:lnTo>
                  <a:lnTo>
                    <a:pt x="1205921" y="2272068"/>
                  </a:lnTo>
                  <a:lnTo>
                    <a:pt x="1165750" y="2292980"/>
                  </a:lnTo>
                  <a:lnTo>
                    <a:pt x="1125169" y="2313202"/>
                  </a:lnTo>
                  <a:lnTo>
                    <a:pt x="1084186" y="2332726"/>
                  </a:lnTo>
                  <a:lnTo>
                    <a:pt x="1042807" y="2351545"/>
                  </a:lnTo>
                  <a:lnTo>
                    <a:pt x="1001042" y="2369650"/>
                  </a:lnTo>
                  <a:lnTo>
                    <a:pt x="958897" y="2387034"/>
                  </a:lnTo>
                  <a:lnTo>
                    <a:pt x="916381" y="2403689"/>
                  </a:lnTo>
                  <a:lnTo>
                    <a:pt x="873501" y="2419608"/>
                  </a:lnTo>
                  <a:lnTo>
                    <a:pt x="830265" y="2434781"/>
                  </a:lnTo>
                  <a:lnTo>
                    <a:pt x="786681" y="2449203"/>
                  </a:lnTo>
                  <a:lnTo>
                    <a:pt x="742756" y="2462865"/>
                  </a:lnTo>
                  <a:lnTo>
                    <a:pt x="698499" y="2475759"/>
                  </a:lnTo>
                  <a:lnTo>
                    <a:pt x="653916" y="2487877"/>
                  </a:lnTo>
                  <a:lnTo>
                    <a:pt x="609017" y="2499212"/>
                  </a:lnTo>
                  <a:lnTo>
                    <a:pt x="563808" y="2509756"/>
                  </a:lnTo>
                  <a:lnTo>
                    <a:pt x="518298" y="2519501"/>
                  </a:lnTo>
                  <a:lnTo>
                    <a:pt x="472494" y="2528439"/>
                  </a:lnTo>
                  <a:lnTo>
                    <a:pt x="426403" y="2536563"/>
                  </a:lnTo>
                  <a:lnTo>
                    <a:pt x="380035" y="2543865"/>
                  </a:lnTo>
                  <a:lnTo>
                    <a:pt x="333395" y="2550337"/>
                  </a:lnTo>
                  <a:lnTo>
                    <a:pt x="286494" y="2555971"/>
                  </a:lnTo>
                  <a:lnTo>
                    <a:pt x="239337" y="2560760"/>
                  </a:lnTo>
                  <a:lnTo>
                    <a:pt x="191933" y="2564696"/>
                  </a:lnTo>
                  <a:lnTo>
                    <a:pt x="144289" y="2567770"/>
                  </a:lnTo>
                  <a:lnTo>
                    <a:pt x="96414" y="2569976"/>
                  </a:lnTo>
                  <a:lnTo>
                    <a:pt x="48315" y="2571305"/>
                  </a:lnTo>
                  <a:lnTo>
                    <a:pt x="0" y="2571750"/>
                  </a:lnTo>
                  <a:lnTo>
                    <a:pt x="5" y="2048800"/>
                  </a:lnTo>
                  <a:lnTo>
                    <a:pt x="48365" y="2048240"/>
                  </a:lnTo>
                  <a:lnTo>
                    <a:pt x="96451" y="2046570"/>
                  </a:lnTo>
                  <a:lnTo>
                    <a:pt x="144250" y="2043801"/>
                  </a:lnTo>
                  <a:lnTo>
                    <a:pt x="191749" y="2039945"/>
                  </a:lnTo>
                  <a:lnTo>
                    <a:pt x="238938" y="2035016"/>
                  </a:lnTo>
                  <a:lnTo>
                    <a:pt x="285802" y="2029025"/>
                  </a:lnTo>
                  <a:lnTo>
                    <a:pt x="332330" y="2021984"/>
                  </a:lnTo>
                  <a:lnTo>
                    <a:pt x="378510" y="2013907"/>
                  </a:lnTo>
                  <a:lnTo>
                    <a:pt x="424329" y="2004804"/>
                  </a:lnTo>
                  <a:lnTo>
                    <a:pt x="469775" y="1994689"/>
                  </a:lnTo>
                  <a:lnTo>
                    <a:pt x="514836" y="1983574"/>
                  </a:lnTo>
                  <a:lnTo>
                    <a:pt x="559499" y="1971471"/>
                  </a:lnTo>
                  <a:lnTo>
                    <a:pt x="603752" y="1958393"/>
                  </a:lnTo>
                  <a:lnTo>
                    <a:pt x="647583" y="1944351"/>
                  </a:lnTo>
                  <a:lnTo>
                    <a:pt x="690980" y="1929358"/>
                  </a:lnTo>
                  <a:lnTo>
                    <a:pt x="733929" y="1913426"/>
                  </a:lnTo>
                  <a:lnTo>
                    <a:pt x="776420" y="1896568"/>
                  </a:lnTo>
                  <a:lnTo>
                    <a:pt x="818439" y="1878795"/>
                  </a:lnTo>
                  <a:lnTo>
                    <a:pt x="859975" y="1860121"/>
                  </a:lnTo>
                  <a:lnTo>
                    <a:pt x="901014" y="1840558"/>
                  </a:lnTo>
                  <a:lnTo>
                    <a:pt x="941545" y="1820117"/>
                  </a:lnTo>
                  <a:lnTo>
                    <a:pt x="981556" y="1798811"/>
                  </a:lnTo>
                  <a:lnTo>
                    <a:pt x="1021034" y="1776652"/>
                  </a:lnTo>
                  <a:lnTo>
                    <a:pt x="1059966" y="1753654"/>
                  </a:lnTo>
                  <a:lnTo>
                    <a:pt x="1098341" y="1729827"/>
                  </a:lnTo>
                  <a:lnTo>
                    <a:pt x="1136146" y="1705184"/>
                  </a:lnTo>
                  <a:lnTo>
                    <a:pt x="1173370" y="1679738"/>
                  </a:lnTo>
                  <a:lnTo>
                    <a:pt x="1209998" y="1653501"/>
                  </a:lnTo>
                  <a:lnTo>
                    <a:pt x="1246021" y="1626485"/>
                  </a:lnTo>
                  <a:lnTo>
                    <a:pt x="1281424" y="1598702"/>
                  </a:lnTo>
                  <a:lnTo>
                    <a:pt x="1316196" y="1570165"/>
                  </a:lnTo>
                  <a:lnTo>
                    <a:pt x="1350324" y="1540886"/>
                  </a:lnTo>
                  <a:lnTo>
                    <a:pt x="1383796" y="1510878"/>
                  </a:lnTo>
                  <a:lnTo>
                    <a:pt x="1416600" y="1480152"/>
                  </a:lnTo>
                  <a:lnTo>
                    <a:pt x="1448724" y="1448721"/>
                  </a:lnTo>
                  <a:lnTo>
                    <a:pt x="1480155" y="1416597"/>
                  </a:lnTo>
                  <a:lnTo>
                    <a:pt x="1510881" y="1383793"/>
                  </a:lnTo>
                  <a:lnTo>
                    <a:pt x="1540890" y="1350321"/>
                  </a:lnTo>
                  <a:lnTo>
                    <a:pt x="1570169" y="1316192"/>
                  </a:lnTo>
                  <a:lnTo>
                    <a:pt x="1598706" y="1281421"/>
                  </a:lnTo>
                  <a:lnTo>
                    <a:pt x="1626488" y="1246017"/>
                  </a:lnTo>
                  <a:lnTo>
                    <a:pt x="1653505" y="1209995"/>
                  </a:lnTo>
                  <a:lnTo>
                    <a:pt x="1679742" y="1173367"/>
                  </a:lnTo>
                  <a:lnTo>
                    <a:pt x="1705188" y="1136143"/>
                  </a:lnTo>
                  <a:lnTo>
                    <a:pt x="1729831" y="1098338"/>
                  </a:lnTo>
                  <a:lnTo>
                    <a:pt x="1753658" y="1059963"/>
                  </a:lnTo>
                  <a:lnTo>
                    <a:pt x="1776657" y="1021031"/>
                  </a:lnTo>
                  <a:lnTo>
                    <a:pt x="1798815" y="981553"/>
                  </a:lnTo>
                  <a:lnTo>
                    <a:pt x="1820121" y="941542"/>
                  </a:lnTo>
                  <a:lnTo>
                    <a:pt x="1840562" y="901011"/>
                  </a:lnTo>
                  <a:lnTo>
                    <a:pt x="1860126" y="859972"/>
                  </a:lnTo>
                  <a:lnTo>
                    <a:pt x="1878800" y="818436"/>
                  </a:lnTo>
                  <a:lnTo>
                    <a:pt x="1896572" y="776417"/>
                  </a:lnTo>
                  <a:lnTo>
                    <a:pt x="1913430" y="733926"/>
                  </a:lnTo>
                  <a:lnTo>
                    <a:pt x="1929362" y="690976"/>
                  </a:lnTo>
                  <a:lnTo>
                    <a:pt x="1944355" y="647580"/>
                  </a:lnTo>
                  <a:lnTo>
                    <a:pt x="1958397" y="603749"/>
                  </a:lnTo>
                  <a:lnTo>
                    <a:pt x="1971476" y="559495"/>
                  </a:lnTo>
                  <a:lnTo>
                    <a:pt x="1983579" y="514832"/>
                  </a:lnTo>
                  <a:lnTo>
                    <a:pt x="1994694" y="469771"/>
                  </a:lnTo>
                  <a:lnTo>
                    <a:pt x="2004809" y="424325"/>
                  </a:lnTo>
                  <a:lnTo>
                    <a:pt x="2013912" y="378506"/>
                  </a:lnTo>
                  <a:lnTo>
                    <a:pt x="2021989" y="332326"/>
                  </a:lnTo>
                  <a:lnTo>
                    <a:pt x="2029030" y="285798"/>
                  </a:lnTo>
                  <a:lnTo>
                    <a:pt x="2035021" y="238933"/>
                  </a:lnTo>
                  <a:lnTo>
                    <a:pt x="2039950" y="191745"/>
                  </a:lnTo>
                  <a:lnTo>
                    <a:pt x="2043806" y="144245"/>
                  </a:lnTo>
                  <a:lnTo>
                    <a:pt x="2046575" y="96446"/>
                  </a:lnTo>
                  <a:lnTo>
                    <a:pt x="2048245" y="48360"/>
                  </a:lnTo>
                  <a:lnTo>
                    <a:pt x="2048805" y="0"/>
                  </a:lnTo>
                  <a:close/>
                </a:path>
              </a:pathLst>
            </a:custGeom>
            <a:solidFill>
              <a:srgbClr val="5CE2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5716254" y="0"/>
              <a:ext cx="2049145" cy="2049145"/>
            </a:xfrm>
            <a:custGeom>
              <a:avLst/>
              <a:gdLst/>
              <a:ahLst/>
              <a:cxnLst/>
              <a:rect l="l" t="t" r="r" b="b"/>
              <a:pathLst>
                <a:path w="2049144" h="2049145">
                  <a:moveTo>
                    <a:pt x="1525850" y="0"/>
                  </a:moveTo>
                  <a:lnTo>
                    <a:pt x="2048800" y="0"/>
                  </a:lnTo>
                  <a:lnTo>
                    <a:pt x="2048240" y="48360"/>
                  </a:lnTo>
                  <a:lnTo>
                    <a:pt x="2046570" y="96446"/>
                  </a:lnTo>
                  <a:lnTo>
                    <a:pt x="2043800" y="144245"/>
                  </a:lnTo>
                  <a:lnTo>
                    <a:pt x="2039945" y="191745"/>
                  </a:lnTo>
                  <a:lnTo>
                    <a:pt x="2035016" y="238933"/>
                  </a:lnTo>
                  <a:lnTo>
                    <a:pt x="2029025" y="285798"/>
                  </a:lnTo>
                  <a:lnTo>
                    <a:pt x="2021984" y="332326"/>
                  </a:lnTo>
                  <a:lnTo>
                    <a:pt x="2013907" y="378506"/>
                  </a:lnTo>
                  <a:lnTo>
                    <a:pt x="2004804" y="424325"/>
                  </a:lnTo>
                  <a:lnTo>
                    <a:pt x="1994689" y="469771"/>
                  </a:lnTo>
                  <a:lnTo>
                    <a:pt x="1983574" y="514832"/>
                  </a:lnTo>
                  <a:lnTo>
                    <a:pt x="1971471" y="559495"/>
                  </a:lnTo>
                  <a:lnTo>
                    <a:pt x="1958392" y="603749"/>
                  </a:lnTo>
                  <a:lnTo>
                    <a:pt x="1944350" y="647580"/>
                  </a:lnTo>
                  <a:lnTo>
                    <a:pt x="1929357" y="690976"/>
                  </a:lnTo>
                  <a:lnTo>
                    <a:pt x="1913425" y="733926"/>
                  </a:lnTo>
                  <a:lnTo>
                    <a:pt x="1896567" y="776417"/>
                  </a:lnTo>
                  <a:lnTo>
                    <a:pt x="1878795" y="818436"/>
                  </a:lnTo>
                  <a:lnTo>
                    <a:pt x="1860120" y="859972"/>
                  </a:lnTo>
                  <a:lnTo>
                    <a:pt x="1840557" y="901011"/>
                  </a:lnTo>
                  <a:lnTo>
                    <a:pt x="1820116" y="941542"/>
                  </a:lnTo>
                  <a:lnTo>
                    <a:pt x="1798810" y="981553"/>
                  </a:lnTo>
                  <a:lnTo>
                    <a:pt x="1776651" y="1021031"/>
                  </a:lnTo>
                  <a:lnTo>
                    <a:pt x="1753652" y="1059963"/>
                  </a:lnTo>
                  <a:lnTo>
                    <a:pt x="1729825" y="1098338"/>
                  </a:lnTo>
                  <a:lnTo>
                    <a:pt x="1705183" y="1136143"/>
                  </a:lnTo>
                  <a:lnTo>
                    <a:pt x="1679737" y="1173367"/>
                  </a:lnTo>
                  <a:lnTo>
                    <a:pt x="1653499" y="1209995"/>
                  </a:lnTo>
                  <a:lnTo>
                    <a:pt x="1626483" y="1246017"/>
                  </a:lnTo>
                  <a:lnTo>
                    <a:pt x="1598700" y="1281421"/>
                  </a:lnTo>
                  <a:lnTo>
                    <a:pt x="1570163" y="1316192"/>
                  </a:lnTo>
                  <a:lnTo>
                    <a:pt x="1540885" y="1350321"/>
                  </a:lnTo>
                  <a:lnTo>
                    <a:pt x="1510876" y="1383793"/>
                  </a:lnTo>
                  <a:lnTo>
                    <a:pt x="1480150" y="1416597"/>
                  </a:lnTo>
                  <a:lnTo>
                    <a:pt x="1448719" y="1448721"/>
                  </a:lnTo>
                  <a:lnTo>
                    <a:pt x="1416595" y="1480152"/>
                  </a:lnTo>
                  <a:lnTo>
                    <a:pt x="1383791" y="1510878"/>
                  </a:lnTo>
                  <a:lnTo>
                    <a:pt x="1350319" y="1540886"/>
                  </a:lnTo>
                  <a:lnTo>
                    <a:pt x="1316190" y="1570165"/>
                  </a:lnTo>
                  <a:lnTo>
                    <a:pt x="1281418" y="1598702"/>
                  </a:lnTo>
                  <a:lnTo>
                    <a:pt x="1246015" y="1626485"/>
                  </a:lnTo>
                  <a:lnTo>
                    <a:pt x="1209993" y="1653501"/>
                  </a:lnTo>
                  <a:lnTo>
                    <a:pt x="1173364" y="1679738"/>
                  </a:lnTo>
                  <a:lnTo>
                    <a:pt x="1136141" y="1705184"/>
                  </a:lnTo>
                  <a:lnTo>
                    <a:pt x="1098336" y="1729827"/>
                  </a:lnTo>
                  <a:lnTo>
                    <a:pt x="1059961" y="1753654"/>
                  </a:lnTo>
                  <a:lnTo>
                    <a:pt x="1021028" y="1776652"/>
                  </a:lnTo>
                  <a:lnTo>
                    <a:pt x="981551" y="1798811"/>
                  </a:lnTo>
                  <a:lnTo>
                    <a:pt x="941540" y="1820117"/>
                  </a:lnTo>
                  <a:lnTo>
                    <a:pt x="901009" y="1840558"/>
                  </a:lnTo>
                  <a:lnTo>
                    <a:pt x="859969" y="1860121"/>
                  </a:lnTo>
                  <a:lnTo>
                    <a:pt x="818434" y="1878795"/>
                  </a:lnTo>
                  <a:lnTo>
                    <a:pt x="776415" y="1896568"/>
                  </a:lnTo>
                  <a:lnTo>
                    <a:pt x="733924" y="1913426"/>
                  </a:lnTo>
                  <a:lnTo>
                    <a:pt x="690974" y="1929358"/>
                  </a:lnTo>
                  <a:lnTo>
                    <a:pt x="647578" y="1944351"/>
                  </a:lnTo>
                  <a:lnTo>
                    <a:pt x="603747" y="1958393"/>
                  </a:lnTo>
                  <a:lnTo>
                    <a:pt x="559494" y="1971471"/>
                  </a:lnTo>
                  <a:lnTo>
                    <a:pt x="514830" y="1983574"/>
                  </a:lnTo>
                  <a:lnTo>
                    <a:pt x="469770" y="1994689"/>
                  </a:lnTo>
                  <a:lnTo>
                    <a:pt x="424324" y="2004804"/>
                  </a:lnTo>
                  <a:lnTo>
                    <a:pt x="378505" y="2013907"/>
                  </a:lnTo>
                  <a:lnTo>
                    <a:pt x="332325" y="2021984"/>
                  </a:lnTo>
                  <a:lnTo>
                    <a:pt x="285797" y="2029025"/>
                  </a:lnTo>
                  <a:lnTo>
                    <a:pt x="238932" y="2035016"/>
                  </a:lnTo>
                  <a:lnTo>
                    <a:pt x="191744" y="2039945"/>
                  </a:lnTo>
                  <a:lnTo>
                    <a:pt x="144245" y="2043801"/>
                  </a:lnTo>
                  <a:lnTo>
                    <a:pt x="96446" y="2046570"/>
                  </a:lnTo>
                  <a:lnTo>
                    <a:pt x="48360" y="2048240"/>
                  </a:lnTo>
                  <a:lnTo>
                    <a:pt x="0" y="2048800"/>
                  </a:lnTo>
                  <a:lnTo>
                    <a:pt x="0" y="1525860"/>
                  </a:lnTo>
                  <a:lnTo>
                    <a:pt x="48436" y="1525106"/>
                  </a:lnTo>
                  <a:lnTo>
                    <a:pt x="96497" y="1522858"/>
                  </a:lnTo>
                  <a:lnTo>
                    <a:pt x="144159" y="1519139"/>
                  </a:lnTo>
                  <a:lnTo>
                    <a:pt x="191399" y="1513971"/>
                  </a:lnTo>
                  <a:lnTo>
                    <a:pt x="238197" y="1507377"/>
                  </a:lnTo>
                  <a:lnTo>
                    <a:pt x="284528" y="1499379"/>
                  </a:lnTo>
                  <a:lnTo>
                    <a:pt x="330371" y="1489999"/>
                  </a:lnTo>
                  <a:lnTo>
                    <a:pt x="375704" y="1479259"/>
                  </a:lnTo>
                  <a:lnTo>
                    <a:pt x="420504" y="1467182"/>
                  </a:lnTo>
                  <a:lnTo>
                    <a:pt x="464749" y="1453791"/>
                  </a:lnTo>
                  <a:lnTo>
                    <a:pt x="508417" y="1439107"/>
                  </a:lnTo>
                  <a:lnTo>
                    <a:pt x="551485" y="1423152"/>
                  </a:lnTo>
                  <a:lnTo>
                    <a:pt x="593930" y="1405951"/>
                  </a:lnTo>
                  <a:lnTo>
                    <a:pt x="635731" y="1387523"/>
                  </a:lnTo>
                  <a:lnTo>
                    <a:pt x="676865" y="1367893"/>
                  </a:lnTo>
                  <a:lnTo>
                    <a:pt x="717310" y="1347082"/>
                  </a:lnTo>
                  <a:lnTo>
                    <a:pt x="757044" y="1325113"/>
                  </a:lnTo>
                  <a:lnTo>
                    <a:pt x="796043" y="1302007"/>
                  </a:lnTo>
                  <a:lnTo>
                    <a:pt x="834287" y="1277788"/>
                  </a:lnTo>
                  <a:lnTo>
                    <a:pt x="871751" y="1252477"/>
                  </a:lnTo>
                  <a:lnTo>
                    <a:pt x="908415" y="1226098"/>
                  </a:lnTo>
                  <a:lnTo>
                    <a:pt x="944256" y="1198672"/>
                  </a:lnTo>
                  <a:lnTo>
                    <a:pt x="979251" y="1170221"/>
                  </a:lnTo>
                  <a:lnTo>
                    <a:pt x="1013378" y="1140769"/>
                  </a:lnTo>
                  <a:lnTo>
                    <a:pt x="1046615" y="1110336"/>
                  </a:lnTo>
                  <a:lnTo>
                    <a:pt x="1078939" y="1078947"/>
                  </a:lnTo>
                  <a:lnTo>
                    <a:pt x="1110329" y="1046623"/>
                  </a:lnTo>
                  <a:lnTo>
                    <a:pt x="1140761" y="1013386"/>
                  </a:lnTo>
                  <a:lnTo>
                    <a:pt x="1170213" y="979258"/>
                  </a:lnTo>
                  <a:lnTo>
                    <a:pt x="1198663" y="944263"/>
                  </a:lnTo>
                  <a:lnTo>
                    <a:pt x="1226089" y="908422"/>
                  </a:lnTo>
                  <a:lnTo>
                    <a:pt x="1252469" y="871758"/>
                  </a:lnTo>
                  <a:lnTo>
                    <a:pt x="1277779" y="834293"/>
                  </a:lnTo>
                  <a:lnTo>
                    <a:pt x="1301998" y="796050"/>
                  </a:lnTo>
                  <a:lnTo>
                    <a:pt x="1325104" y="757050"/>
                  </a:lnTo>
                  <a:lnTo>
                    <a:pt x="1347073" y="717317"/>
                  </a:lnTo>
                  <a:lnTo>
                    <a:pt x="1367884" y="676872"/>
                  </a:lnTo>
                  <a:lnTo>
                    <a:pt x="1387514" y="635737"/>
                  </a:lnTo>
                  <a:lnTo>
                    <a:pt x="1405941" y="593936"/>
                  </a:lnTo>
                  <a:lnTo>
                    <a:pt x="1423143" y="551490"/>
                  </a:lnTo>
                  <a:lnTo>
                    <a:pt x="1439097" y="508423"/>
                  </a:lnTo>
                  <a:lnTo>
                    <a:pt x="1453781" y="464755"/>
                  </a:lnTo>
                  <a:lnTo>
                    <a:pt x="1467172" y="420510"/>
                  </a:lnTo>
                  <a:lnTo>
                    <a:pt x="1479249" y="375710"/>
                  </a:lnTo>
                  <a:lnTo>
                    <a:pt x="1489988" y="330377"/>
                  </a:lnTo>
                  <a:lnTo>
                    <a:pt x="1499369" y="284533"/>
                  </a:lnTo>
                  <a:lnTo>
                    <a:pt x="1507367" y="238202"/>
                  </a:lnTo>
                  <a:lnTo>
                    <a:pt x="1513961" y="191404"/>
                  </a:lnTo>
                  <a:lnTo>
                    <a:pt x="1519129" y="144164"/>
                  </a:lnTo>
                  <a:lnTo>
                    <a:pt x="1522848" y="96502"/>
                  </a:lnTo>
                  <a:lnTo>
                    <a:pt x="1525095" y="48441"/>
                  </a:lnTo>
                  <a:lnTo>
                    <a:pt x="152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716249" y="0"/>
              <a:ext cx="1525905" cy="1525905"/>
            </a:xfrm>
            <a:custGeom>
              <a:avLst/>
              <a:gdLst/>
              <a:ahLst/>
              <a:cxnLst/>
              <a:rect l="l" t="t" r="r" b="b"/>
              <a:pathLst>
                <a:path w="1525905" h="1525905">
                  <a:moveTo>
                    <a:pt x="1002910" y="0"/>
                  </a:moveTo>
                  <a:lnTo>
                    <a:pt x="1525855" y="10"/>
                  </a:lnTo>
                  <a:lnTo>
                    <a:pt x="1525101" y="48446"/>
                  </a:lnTo>
                  <a:lnTo>
                    <a:pt x="1522853" y="96507"/>
                  </a:lnTo>
                  <a:lnTo>
                    <a:pt x="1519134" y="144168"/>
                  </a:lnTo>
                  <a:lnTo>
                    <a:pt x="1513966" y="191409"/>
                  </a:lnTo>
                  <a:lnTo>
                    <a:pt x="1507372" y="238206"/>
                  </a:lnTo>
                  <a:lnTo>
                    <a:pt x="1499374" y="284537"/>
                  </a:lnTo>
                  <a:lnTo>
                    <a:pt x="1489994" y="330380"/>
                  </a:lnTo>
                  <a:lnTo>
                    <a:pt x="1479254" y="375713"/>
                  </a:lnTo>
                  <a:lnTo>
                    <a:pt x="1467177" y="420513"/>
                  </a:lnTo>
                  <a:lnTo>
                    <a:pt x="1453786" y="464758"/>
                  </a:lnTo>
                  <a:lnTo>
                    <a:pt x="1439102" y="508425"/>
                  </a:lnTo>
                  <a:lnTo>
                    <a:pt x="1423148" y="551493"/>
                  </a:lnTo>
                  <a:lnTo>
                    <a:pt x="1405946" y="593938"/>
                  </a:lnTo>
                  <a:lnTo>
                    <a:pt x="1387519" y="635739"/>
                  </a:lnTo>
                  <a:lnTo>
                    <a:pt x="1367889" y="676873"/>
                  </a:lnTo>
                  <a:lnTo>
                    <a:pt x="1347078" y="717318"/>
                  </a:lnTo>
                  <a:lnTo>
                    <a:pt x="1325109" y="757052"/>
                  </a:lnTo>
                  <a:lnTo>
                    <a:pt x="1302003" y="796051"/>
                  </a:lnTo>
                  <a:lnTo>
                    <a:pt x="1277784" y="834295"/>
                  </a:lnTo>
                  <a:lnTo>
                    <a:pt x="1252474" y="871759"/>
                  </a:lnTo>
                  <a:lnTo>
                    <a:pt x="1226095" y="908423"/>
                  </a:lnTo>
                  <a:lnTo>
                    <a:pt x="1198668" y="944264"/>
                  </a:lnTo>
                  <a:lnTo>
                    <a:pt x="1170218" y="979259"/>
                  </a:lnTo>
                  <a:lnTo>
                    <a:pt x="1140766" y="1013386"/>
                  </a:lnTo>
                  <a:lnTo>
                    <a:pt x="1110334" y="1046623"/>
                  </a:lnTo>
                  <a:lnTo>
                    <a:pt x="1078944" y="1078948"/>
                  </a:lnTo>
                  <a:lnTo>
                    <a:pt x="1046620" y="1110337"/>
                  </a:lnTo>
                  <a:lnTo>
                    <a:pt x="1013383" y="1140769"/>
                  </a:lnTo>
                  <a:lnTo>
                    <a:pt x="979256" y="1170222"/>
                  </a:lnTo>
                  <a:lnTo>
                    <a:pt x="944261" y="1198672"/>
                  </a:lnTo>
                  <a:lnTo>
                    <a:pt x="908420" y="1226098"/>
                  </a:lnTo>
                  <a:lnTo>
                    <a:pt x="871757" y="1252478"/>
                  </a:lnTo>
                  <a:lnTo>
                    <a:pt x="834292" y="1277788"/>
                  </a:lnTo>
                  <a:lnTo>
                    <a:pt x="796048" y="1302007"/>
                  </a:lnTo>
                  <a:lnTo>
                    <a:pt x="757049" y="1325113"/>
                  </a:lnTo>
                  <a:lnTo>
                    <a:pt x="717315" y="1347082"/>
                  </a:lnTo>
                  <a:lnTo>
                    <a:pt x="676870" y="1367893"/>
                  </a:lnTo>
                  <a:lnTo>
                    <a:pt x="635736" y="1387523"/>
                  </a:lnTo>
                  <a:lnTo>
                    <a:pt x="593935" y="1405951"/>
                  </a:lnTo>
                  <a:lnTo>
                    <a:pt x="551490" y="1423152"/>
                  </a:lnTo>
                  <a:lnTo>
                    <a:pt x="508422" y="1439107"/>
                  </a:lnTo>
                  <a:lnTo>
                    <a:pt x="464755" y="1453791"/>
                  </a:lnTo>
                  <a:lnTo>
                    <a:pt x="420510" y="1467182"/>
                  </a:lnTo>
                  <a:lnTo>
                    <a:pt x="375710" y="1479259"/>
                  </a:lnTo>
                  <a:lnTo>
                    <a:pt x="330377" y="1489999"/>
                  </a:lnTo>
                  <a:lnTo>
                    <a:pt x="284533" y="1499379"/>
                  </a:lnTo>
                  <a:lnTo>
                    <a:pt x="238202" y="1507377"/>
                  </a:lnTo>
                  <a:lnTo>
                    <a:pt x="191405" y="1513971"/>
                  </a:lnTo>
                  <a:lnTo>
                    <a:pt x="144164" y="1519139"/>
                  </a:lnTo>
                  <a:lnTo>
                    <a:pt x="96502" y="1522858"/>
                  </a:lnTo>
                  <a:lnTo>
                    <a:pt x="48442" y="1525106"/>
                  </a:lnTo>
                  <a:lnTo>
                    <a:pt x="5" y="1525860"/>
                  </a:lnTo>
                  <a:lnTo>
                    <a:pt x="0" y="1002915"/>
                  </a:lnTo>
                  <a:lnTo>
                    <a:pt x="48592" y="1001759"/>
                  </a:lnTo>
                  <a:lnTo>
                    <a:pt x="96587" y="998324"/>
                  </a:lnTo>
                  <a:lnTo>
                    <a:pt x="143932" y="992664"/>
                  </a:lnTo>
                  <a:lnTo>
                    <a:pt x="190576" y="984831"/>
                  </a:lnTo>
                  <a:lnTo>
                    <a:pt x="236465" y="974878"/>
                  </a:lnTo>
                  <a:lnTo>
                    <a:pt x="281548" y="962856"/>
                  </a:lnTo>
                  <a:lnTo>
                    <a:pt x="325770" y="948820"/>
                  </a:lnTo>
                  <a:lnTo>
                    <a:pt x="369081" y="932820"/>
                  </a:lnTo>
                  <a:lnTo>
                    <a:pt x="411427" y="914911"/>
                  </a:lnTo>
                  <a:lnTo>
                    <a:pt x="452756" y="895143"/>
                  </a:lnTo>
                  <a:lnTo>
                    <a:pt x="493015" y="873571"/>
                  </a:lnTo>
                  <a:lnTo>
                    <a:pt x="532152" y="850245"/>
                  </a:lnTo>
                  <a:lnTo>
                    <a:pt x="570114" y="825220"/>
                  </a:lnTo>
                  <a:lnTo>
                    <a:pt x="606849" y="798547"/>
                  </a:lnTo>
                  <a:lnTo>
                    <a:pt x="642304" y="770279"/>
                  </a:lnTo>
                  <a:lnTo>
                    <a:pt x="676427" y="740469"/>
                  </a:lnTo>
                  <a:lnTo>
                    <a:pt x="709165" y="709169"/>
                  </a:lnTo>
                  <a:lnTo>
                    <a:pt x="740465" y="676431"/>
                  </a:lnTo>
                  <a:lnTo>
                    <a:pt x="770275" y="642308"/>
                  </a:lnTo>
                  <a:lnTo>
                    <a:pt x="798543" y="606853"/>
                  </a:lnTo>
                  <a:lnTo>
                    <a:pt x="825216" y="570118"/>
                  </a:lnTo>
                  <a:lnTo>
                    <a:pt x="850241" y="532156"/>
                  </a:lnTo>
                  <a:lnTo>
                    <a:pt x="873566" y="493020"/>
                  </a:lnTo>
                  <a:lnTo>
                    <a:pt x="895139" y="452761"/>
                  </a:lnTo>
                  <a:lnTo>
                    <a:pt x="914906" y="411432"/>
                  </a:lnTo>
                  <a:lnTo>
                    <a:pt x="932816" y="369086"/>
                  </a:lnTo>
                  <a:lnTo>
                    <a:pt x="948815" y="325776"/>
                  </a:lnTo>
                  <a:lnTo>
                    <a:pt x="962852" y="281554"/>
                  </a:lnTo>
                  <a:lnTo>
                    <a:pt x="974873" y="236472"/>
                  </a:lnTo>
                  <a:lnTo>
                    <a:pt x="984826" y="190583"/>
                  </a:lnTo>
                  <a:lnTo>
                    <a:pt x="992659" y="143940"/>
                  </a:lnTo>
                  <a:lnTo>
                    <a:pt x="998319" y="96595"/>
                  </a:lnTo>
                  <a:lnTo>
                    <a:pt x="1001753" y="48601"/>
                  </a:lnTo>
                  <a:lnTo>
                    <a:pt x="1002910" y="0"/>
                  </a:lnTo>
                  <a:close/>
                </a:path>
              </a:pathLst>
            </a:custGeom>
            <a:solidFill>
              <a:srgbClr val="3BC4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716249" y="0"/>
              <a:ext cx="1003300" cy="1003300"/>
            </a:xfrm>
            <a:custGeom>
              <a:avLst/>
              <a:gdLst/>
              <a:ahLst/>
              <a:cxnLst/>
              <a:rect l="l" t="t" r="r" b="b"/>
              <a:pathLst>
                <a:path w="1003300" h="1003300">
                  <a:moveTo>
                    <a:pt x="0" y="0"/>
                  </a:moveTo>
                  <a:lnTo>
                    <a:pt x="1002910" y="10"/>
                  </a:lnTo>
                  <a:lnTo>
                    <a:pt x="1001753" y="48601"/>
                  </a:lnTo>
                  <a:lnTo>
                    <a:pt x="998319" y="96595"/>
                  </a:lnTo>
                  <a:lnTo>
                    <a:pt x="992659" y="143940"/>
                  </a:lnTo>
                  <a:lnTo>
                    <a:pt x="984826" y="190583"/>
                  </a:lnTo>
                  <a:lnTo>
                    <a:pt x="974873" y="236472"/>
                  </a:lnTo>
                  <a:lnTo>
                    <a:pt x="962852" y="281554"/>
                  </a:lnTo>
                  <a:lnTo>
                    <a:pt x="948815" y="325776"/>
                  </a:lnTo>
                  <a:lnTo>
                    <a:pt x="932816" y="369086"/>
                  </a:lnTo>
                  <a:lnTo>
                    <a:pt x="914906" y="411432"/>
                  </a:lnTo>
                  <a:lnTo>
                    <a:pt x="895139" y="452761"/>
                  </a:lnTo>
                  <a:lnTo>
                    <a:pt x="873566" y="493020"/>
                  </a:lnTo>
                  <a:lnTo>
                    <a:pt x="850241" y="532156"/>
                  </a:lnTo>
                  <a:lnTo>
                    <a:pt x="825216" y="570118"/>
                  </a:lnTo>
                  <a:lnTo>
                    <a:pt x="798543" y="606853"/>
                  </a:lnTo>
                  <a:lnTo>
                    <a:pt x="770275" y="642308"/>
                  </a:lnTo>
                  <a:lnTo>
                    <a:pt x="740465" y="676431"/>
                  </a:lnTo>
                  <a:lnTo>
                    <a:pt x="709165" y="709169"/>
                  </a:lnTo>
                  <a:lnTo>
                    <a:pt x="676427" y="740469"/>
                  </a:lnTo>
                  <a:lnTo>
                    <a:pt x="642304" y="770279"/>
                  </a:lnTo>
                  <a:lnTo>
                    <a:pt x="606849" y="798547"/>
                  </a:lnTo>
                  <a:lnTo>
                    <a:pt x="570114" y="825220"/>
                  </a:lnTo>
                  <a:lnTo>
                    <a:pt x="532152" y="850245"/>
                  </a:lnTo>
                  <a:lnTo>
                    <a:pt x="493015" y="873571"/>
                  </a:lnTo>
                  <a:lnTo>
                    <a:pt x="452756" y="895143"/>
                  </a:lnTo>
                  <a:lnTo>
                    <a:pt x="411427" y="914911"/>
                  </a:lnTo>
                  <a:lnTo>
                    <a:pt x="369081" y="932820"/>
                  </a:lnTo>
                  <a:lnTo>
                    <a:pt x="325770" y="948820"/>
                  </a:lnTo>
                  <a:lnTo>
                    <a:pt x="281548" y="962856"/>
                  </a:lnTo>
                  <a:lnTo>
                    <a:pt x="236465" y="974878"/>
                  </a:lnTo>
                  <a:lnTo>
                    <a:pt x="190576" y="984831"/>
                  </a:lnTo>
                  <a:lnTo>
                    <a:pt x="143932" y="992664"/>
                  </a:lnTo>
                  <a:lnTo>
                    <a:pt x="96587" y="998324"/>
                  </a:lnTo>
                  <a:lnTo>
                    <a:pt x="48592" y="1001759"/>
                  </a:lnTo>
                  <a:lnTo>
                    <a:pt x="0" y="1002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3C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1858625" y="6052791"/>
              <a:ext cx="4776470" cy="4234815"/>
            </a:xfrm>
            <a:custGeom>
              <a:avLst/>
              <a:gdLst/>
              <a:ahLst/>
              <a:cxnLst/>
              <a:rect l="l" t="t" r="r" b="b"/>
              <a:pathLst>
                <a:path w="4776469" h="4234815">
                  <a:moveTo>
                    <a:pt x="4776373" y="4234208"/>
                  </a:moveTo>
                  <a:lnTo>
                    <a:pt x="0" y="4234208"/>
                  </a:lnTo>
                  <a:lnTo>
                    <a:pt x="0" y="2375906"/>
                  </a:lnTo>
                  <a:lnTo>
                    <a:pt x="1250" y="2325474"/>
                  </a:lnTo>
                  <a:lnTo>
                    <a:pt x="3459" y="2275292"/>
                  </a:lnTo>
                  <a:lnTo>
                    <a:pt x="6550" y="2226876"/>
                  </a:lnTo>
                  <a:lnTo>
                    <a:pt x="10895" y="2175719"/>
                  </a:lnTo>
                  <a:lnTo>
                    <a:pt x="16102" y="2126350"/>
                  </a:lnTo>
                  <a:lnTo>
                    <a:pt x="22290" y="2077272"/>
                  </a:lnTo>
                  <a:lnTo>
                    <a:pt x="29449" y="2028496"/>
                  </a:lnTo>
                  <a:lnTo>
                    <a:pt x="37571" y="1980033"/>
                  </a:lnTo>
                  <a:lnTo>
                    <a:pt x="46714" y="1931550"/>
                  </a:lnTo>
                  <a:lnTo>
                    <a:pt x="56797" y="1883481"/>
                  </a:lnTo>
                  <a:lnTo>
                    <a:pt x="67822" y="1835768"/>
                  </a:lnTo>
                  <a:lnTo>
                    <a:pt x="79776" y="1788423"/>
                  </a:lnTo>
                  <a:lnTo>
                    <a:pt x="92652" y="1741456"/>
                  </a:lnTo>
                  <a:lnTo>
                    <a:pt x="106438" y="1694878"/>
                  </a:lnTo>
                  <a:lnTo>
                    <a:pt x="121124" y="1648698"/>
                  </a:lnTo>
                  <a:lnTo>
                    <a:pt x="136700" y="1602929"/>
                  </a:lnTo>
                  <a:lnTo>
                    <a:pt x="153156" y="1557579"/>
                  </a:lnTo>
                  <a:lnTo>
                    <a:pt x="170481" y="1512660"/>
                  </a:lnTo>
                  <a:lnTo>
                    <a:pt x="188666" y="1468183"/>
                  </a:lnTo>
                  <a:lnTo>
                    <a:pt x="207699" y="1424157"/>
                  </a:lnTo>
                  <a:lnTo>
                    <a:pt x="227572" y="1380593"/>
                  </a:lnTo>
                  <a:lnTo>
                    <a:pt x="248273" y="1337502"/>
                  </a:lnTo>
                  <a:lnTo>
                    <a:pt x="269792" y="1294894"/>
                  </a:lnTo>
                  <a:lnTo>
                    <a:pt x="292120" y="1252780"/>
                  </a:lnTo>
                  <a:lnTo>
                    <a:pt x="315246" y="1211171"/>
                  </a:lnTo>
                  <a:lnTo>
                    <a:pt x="339159" y="1170076"/>
                  </a:lnTo>
                  <a:lnTo>
                    <a:pt x="363850" y="1129507"/>
                  </a:lnTo>
                  <a:lnTo>
                    <a:pt x="389308" y="1089474"/>
                  </a:lnTo>
                  <a:lnTo>
                    <a:pt x="415523" y="1049987"/>
                  </a:lnTo>
                  <a:lnTo>
                    <a:pt x="442485" y="1011058"/>
                  </a:lnTo>
                  <a:lnTo>
                    <a:pt x="470184" y="972695"/>
                  </a:lnTo>
                  <a:lnTo>
                    <a:pt x="498609" y="934911"/>
                  </a:lnTo>
                  <a:lnTo>
                    <a:pt x="527750" y="897715"/>
                  </a:lnTo>
                  <a:lnTo>
                    <a:pt x="557598" y="861119"/>
                  </a:lnTo>
                  <a:lnTo>
                    <a:pt x="588141" y="825132"/>
                  </a:lnTo>
                  <a:lnTo>
                    <a:pt x="619369" y="789765"/>
                  </a:lnTo>
                  <a:lnTo>
                    <a:pt x="651273" y="755028"/>
                  </a:lnTo>
                  <a:lnTo>
                    <a:pt x="683842" y="720933"/>
                  </a:lnTo>
                  <a:lnTo>
                    <a:pt x="717066" y="687490"/>
                  </a:lnTo>
                  <a:lnTo>
                    <a:pt x="750934" y="654709"/>
                  </a:lnTo>
                  <a:lnTo>
                    <a:pt x="785437" y="622601"/>
                  </a:lnTo>
                  <a:lnTo>
                    <a:pt x="820564" y="591176"/>
                  </a:lnTo>
                  <a:lnTo>
                    <a:pt x="856305" y="560444"/>
                  </a:lnTo>
                  <a:lnTo>
                    <a:pt x="892650" y="530417"/>
                  </a:lnTo>
                  <a:lnTo>
                    <a:pt x="929588" y="501105"/>
                  </a:lnTo>
                  <a:lnTo>
                    <a:pt x="967110" y="472519"/>
                  </a:lnTo>
                  <a:lnTo>
                    <a:pt x="1005205" y="444668"/>
                  </a:lnTo>
                  <a:lnTo>
                    <a:pt x="1043863" y="417563"/>
                  </a:lnTo>
                  <a:lnTo>
                    <a:pt x="1083073" y="391216"/>
                  </a:lnTo>
                  <a:lnTo>
                    <a:pt x="1122826" y="365636"/>
                  </a:lnTo>
                  <a:lnTo>
                    <a:pt x="1163111" y="340834"/>
                  </a:lnTo>
                  <a:lnTo>
                    <a:pt x="1203918" y="316821"/>
                  </a:lnTo>
                  <a:lnTo>
                    <a:pt x="1245119" y="293673"/>
                  </a:lnTo>
                  <a:lnTo>
                    <a:pt x="1287057" y="271202"/>
                  </a:lnTo>
                  <a:lnTo>
                    <a:pt x="1329369" y="249617"/>
                  </a:lnTo>
                  <a:lnTo>
                    <a:pt x="1372161" y="228863"/>
                  </a:lnTo>
                  <a:lnTo>
                    <a:pt x="1415425" y="208950"/>
                  </a:lnTo>
                  <a:lnTo>
                    <a:pt x="1459150" y="189889"/>
                  </a:lnTo>
                  <a:lnTo>
                    <a:pt x="1503324" y="171690"/>
                  </a:lnTo>
                  <a:lnTo>
                    <a:pt x="1547939" y="154364"/>
                  </a:lnTo>
                  <a:lnTo>
                    <a:pt x="1592985" y="137921"/>
                  </a:lnTo>
                  <a:lnTo>
                    <a:pt x="1639151" y="122649"/>
                  </a:lnTo>
                  <a:lnTo>
                    <a:pt x="1686080" y="108086"/>
                  </a:lnTo>
                  <a:lnTo>
                    <a:pt x="1733712" y="94270"/>
                  </a:lnTo>
                  <a:lnTo>
                    <a:pt x="1781986" y="81240"/>
                  </a:lnTo>
                  <a:lnTo>
                    <a:pt x="1830841" y="69033"/>
                  </a:lnTo>
                  <a:lnTo>
                    <a:pt x="1880219" y="57687"/>
                  </a:lnTo>
                  <a:lnTo>
                    <a:pt x="1930059" y="47241"/>
                  </a:lnTo>
                  <a:lnTo>
                    <a:pt x="1980300" y="37733"/>
                  </a:lnTo>
                  <a:lnTo>
                    <a:pt x="2030882" y="29200"/>
                  </a:lnTo>
                  <a:lnTo>
                    <a:pt x="2081746" y="21682"/>
                  </a:lnTo>
                  <a:lnTo>
                    <a:pt x="2132832" y="15216"/>
                  </a:lnTo>
                  <a:lnTo>
                    <a:pt x="2184078" y="9840"/>
                  </a:lnTo>
                  <a:lnTo>
                    <a:pt x="2235426" y="5592"/>
                  </a:lnTo>
                  <a:lnTo>
                    <a:pt x="2286814" y="2510"/>
                  </a:lnTo>
                  <a:lnTo>
                    <a:pt x="2338183" y="634"/>
                  </a:lnTo>
                  <a:lnTo>
                    <a:pt x="2389473" y="0"/>
                  </a:lnTo>
                  <a:lnTo>
                    <a:pt x="2448782" y="634"/>
                  </a:lnTo>
                  <a:lnTo>
                    <a:pt x="2443318" y="634"/>
                  </a:lnTo>
                  <a:lnTo>
                    <a:pt x="2491433" y="2175"/>
                  </a:lnTo>
                  <a:lnTo>
                    <a:pt x="2542012" y="4871"/>
                  </a:lnTo>
                  <a:lnTo>
                    <a:pt x="2592305" y="8620"/>
                  </a:lnTo>
                  <a:lnTo>
                    <a:pt x="2642295" y="13405"/>
                  </a:lnTo>
                  <a:lnTo>
                    <a:pt x="2691968" y="19212"/>
                  </a:lnTo>
                  <a:lnTo>
                    <a:pt x="2741308" y="26025"/>
                  </a:lnTo>
                  <a:lnTo>
                    <a:pt x="2790301" y="33829"/>
                  </a:lnTo>
                  <a:lnTo>
                    <a:pt x="2838932" y="42610"/>
                  </a:lnTo>
                  <a:lnTo>
                    <a:pt x="2887184" y="52350"/>
                  </a:lnTo>
                  <a:lnTo>
                    <a:pt x="2935044" y="63037"/>
                  </a:lnTo>
                  <a:lnTo>
                    <a:pt x="2982495" y="74653"/>
                  </a:lnTo>
                  <a:lnTo>
                    <a:pt x="3029524" y="87184"/>
                  </a:lnTo>
                  <a:lnTo>
                    <a:pt x="3076114" y="100615"/>
                  </a:lnTo>
                  <a:lnTo>
                    <a:pt x="3122251" y="114930"/>
                  </a:lnTo>
                  <a:lnTo>
                    <a:pt x="3167920" y="130114"/>
                  </a:lnTo>
                  <a:lnTo>
                    <a:pt x="3173082" y="132717"/>
                  </a:lnTo>
                  <a:lnTo>
                    <a:pt x="3178236" y="132717"/>
                  </a:lnTo>
                  <a:lnTo>
                    <a:pt x="3183389" y="135319"/>
                  </a:lnTo>
                  <a:lnTo>
                    <a:pt x="3227943" y="152140"/>
                  </a:lnTo>
                  <a:lnTo>
                    <a:pt x="3272100" y="169831"/>
                  </a:lnTo>
                  <a:lnTo>
                    <a:pt x="3315848" y="188382"/>
                  </a:lnTo>
                  <a:lnTo>
                    <a:pt x="3359177" y="207783"/>
                  </a:lnTo>
                  <a:lnTo>
                    <a:pt x="3402075" y="228023"/>
                  </a:lnTo>
                  <a:lnTo>
                    <a:pt x="3444531" y="249092"/>
                  </a:lnTo>
                  <a:lnTo>
                    <a:pt x="3486534" y="270979"/>
                  </a:lnTo>
                  <a:lnTo>
                    <a:pt x="3528074" y="293673"/>
                  </a:lnTo>
                  <a:lnTo>
                    <a:pt x="3569139" y="317164"/>
                  </a:lnTo>
                  <a:lnTo>
                    <a:pt x="3609718" y="341442"/>
                  </a:lnTo>
                  <a:lnTo>
                    <a:pt x="3649800" y="366495"/>
                  </a:lnTo>
                  <a:lnTo>
                    <a:pt x="3689374" y="392314"/>
                  </a:lnTo>
                  <a:lnTo>
                    <a:pt x="3728429" y="418888"/>
                  </a:lnTo>
                  <a:lnTo>
                    <a:pt x="3766954" y="446206"/>
                  </a:lnTo>
                  <a:lnTo>
                    <a:pt x="3804938" y="474259"/>
                  </a:lnTo>
                  <a:lnTo>
                    <a:pt x="3842369" y="503034"/>
                  </a:lnTo>
                  <a:lnTo>
                    <a:pt x="3879238" y="532522"/>
                  </a:lnTo>
                  <a:lnTo>
                    <a:pt x="3915533" y="562713"/>
                  </a:lnTo>
                  <a:lnTo>
                    <a:pt x="3951242" y="593595"/>
                  </a:lnTo>
                  <a:lnTo>
                    <a:pt x="3986355" y="625159"/>
                  </a:lnTo>
                  <a:lnTo>
                    <a:pt x="4020860" y="657393"/>
                  </a:lnTo>
                  <a:lnTo>
                    <a:pt x="4054748" y="690287"/>
                  </a:lnTo>
                  <a:lnTo>
                    <a:pt x="4088006" y="723831"/>
                  </a:lnTo>
                  <a:lnTo>
                    <a:pt x="4120623" y="758014"/>
                  </a:lnTo>
                  <a:lnTo>
                    <a:pt x="4152589" y="792826"/>
                  </a:lnTo>
                  <a:lnTo>
                    <a:pt x="4183893" y="828256"/>
                  </a:lnTo>
                  <a:lnTo>
                    <a:pt x="4214523" y="864293"/>
                  </a:lnTo>
                  <a:lnTo>
                    <a:pt x="4244468" y="900927"/>
                  </a:lnTo>
                  <a:lnTo>
                    <a:pt x="4273718" y="938148"/>
                  </a:lnTo>
                  <a:lnTo>
                    <a:pt x="4302261" y="975945"/>
                  </a:lnTo>
                  <a:lnTo>
                    <a:pt x="4330086" y="1014307"/>
                  </a:lnTo>
                  <a:lnTo>
                    <a:pt x="4357183" y="1053224"/>
                  </a:lnTo>
                  <a:lnTo>
                    <a:pt x="4383540" y="1092686"/>
                  </a:lnTo>
                  <a:lnTo>
                    <a:pt x="4409146" y="1132681"/>
                  </a:lnTo>
                  <a:lnTo>
                    <a:pt x="4433991" y="1173200"/>
                  </a:lnTo>
                  <a:lnTo>
                    <a:pt x="4458062" y="1214232"/>
                  </a:lnTo>
                  <a:lnTo>
                    <a:pt x="4481349" y="1255766"/>
                  </a:lnTo>
                  <a:lnTo>
                    <a:pt x="4503842" y="1297791"/>
                  </a:lnTo>
                  <a:lnTo>
                    <a:pt x="4525529" y="1340298"/>
                  </a:lnTo>
                  <a:lnTo>
                    <a:pt x="4546398" y="1383276"/>
                  </a:lnTo>
                  <a:lnTo>
                    <a:pt x="4566439" y="1426714"/>
                  </a:lnTo>
                  <a:lnTo>
                    <a:pt x="4585642" y="1470601"/>
                  </a:lnTo>
                  <a:lnTo>
                    <a:pt x="4603994" y="1514928"/>
                  </a:lnTo>
                  <a:lnTo>
                    <a:pt x="4621485" y="1559683"/>
                  </a:lnTo>
                  <a:lnTo>
                    <a:pt x="4638104" y="1604857"/>
                  </a:lnTo>
                  <a:lnTo>
                    <a:pt x="4653839" y="1650438"/>
                  </a:lnTo>
                  <a:lnTo>
                    <a:pt x="4668680" y="1696416"/>
                  </a:lnTo>
                  <a:lnTo>
                    <a:pt x="4682616" y="1742781"/>
                  </a:lnTo>
                  <a:lnTo>
                    <a:pt x="4695636" y="1789521"/>
                  </a:lnTo>
                  <a:lnTo>
                    <a:pt x="4707728" y="1836627"/>
                  </a:lnTo>
                  <a:lnTo>
                    <a:pt x="4718881" y="1884088"/>
                  </a:lnTo>
                  <a:lnTo>
                    <a:pt x="4729085" y="1931894"/>
                  </a:lnTo>
                  <a:lnTo>
                    <a:pt x="4738329" y="1980033"/>
                  </a:lnTo>
                  <a:lnTo>
                    <a:pt x="4746634" y="2028719"/>
                  </a:lnTo>
                  <a:lnTo>
                    <a:pt x="4753958" y="2077796"/>
                  </a:lnTo>
                  <a:lnTo>
                    <a:pt x="4760276" y="2127188"/>
                  </a:lnTo>
                  <a:lnTo>
                    <a:pt x="4765578" y="2176885"/>
                  </a:lnTo>
                  <a:lnTo>
                    <a:pt x="4769850" y="2226876"/>
                  </a:lnTo>
                  <a:lnTo>
                    <a:pt x="4773083" y="2277150"/>
                  </a:lnTo>
                  <a:lnTo>
                    <a:pt x="4775263" y="2327696"/>
                  </a:lnTo>
                  <a:lnTo>
                    <a:pt x="4776373" y="2375906"/>
                  </a:lnTo>
                  <a:lnTo>
                    <a:pt x="4776373" y="4234208"/>
                  </a:lnTo>
                  <a:close/>
                </a:path>
              </a:pathLst>
            </a:custGeom>
            <a:solidFill>
              <a:srgbClr val="2361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2810829" y="6914787"/>
              <a:ext cx="2872105" cy="2872105"/>
            </a:xfrm>
            <a:custGeom>
              <a:avLst/>
              <a:gdLst/>
              <a:ahLst/>
              <a:cxnLst/>
              <a:rect l="l" t="t" r="r" b="b"/>
              <a:pathLst>
                <a:path w="2872105" h="2872104">
                  <a:moveTo>
                    <a:pt x="1429745" y="2871997"/>
                  </a:moveTo>
                  <a:lnTo>
                    <a:pt x="1378647" y="2870892"/>
                  </a:lnTo>
                  <a:lnTo>
                    <a:pt x="1306428" y="2866247"/>
                  </a:lnTo>
                  <a:lnTo>
                    <a:pt x="1255365" y="2860770"/>
                  </a:lnTo>
                  <a:lnTo>
                    <a:pt x="1204851" y="2853524"/>
                  </a:lnTo>
                  <a:lnTo>
                    <a:pt x="1154919" y="2844540"/>
                  </a:lnTo>
                  <a:lnTo>
                    <a:pt x="1105601" y="2833850"/>
                  </a:lnTo>
                  <a:lnTo>
                    <a:pt x="1056927" y="2821486"/>
                  </a:lnTo>
                  <a:lnTo>
                    <a:pt x="1008931" y="2807480"/>
                  </a:lnTo>
                  <a:lnTo>
                    <a:pt x="961643" y="2791864"/>
                  </a:lnTo>
                  <a:lnTo>
                    <a:pt x="915097" y="2774668"/>
                  </a:lnTo>
                  <a:lnTo>
                    <a:pt x="869323" y="2755926"/>
                  </a:lnTo>
                  <a:lnTo>
                    <a:pt x="824354" y="2735669"/>
                  </a:lnTo>
                  <a:lnTo>
                    <a:pt x="780222" y="2713929"/>
                  </a:lnTo>
                  <a:lnTo>
                    <a:pt x="736958" y="2690737"/>
                  </a:lnTo>
                  <a:lnTo>
                    <a:pt x="694595" y="2666126"/>
                  </a:lnTo>
                  <a:lnTo>
                    <a:pt x="653164" y="2640126"/>
                  </a:lnTo>
                  <a:lnTo>
                    <a:pt x="612698" y="2612771"/>
                  </a:lnTo>
                  <a:lnTo>
                    <a:pt x="573227" y="2584091"/>
                  </a:lnTo>
                  <a:lnTo>
                    <a:pt x="534785" y="2554120"/>
                  </a:lnTo>
                  <a:lnTo>
                    <a:pt x="497403" y="2522887"/>
                  </a:lnTo>
                  <a:lnTo>
                    <a:pt x="443382" y="2473756"/>
                  </a:lnTo>
                  <a:lnTo>
                    <a:pt x="409085" y="2439813"/>
                  </a:lnTo>
                  <a:lnTo>
                    <a:pt x="375936" y="2404741"/>
                  </a:lnTo>
                  <a:lnTo>
                    <a:pt x="343968" y="2368572"/>
                  </a:lnTo>
                  <a:lnTo>
                    <a:pt x="313211" y="2331336"/>
                  </a:lnTo>
                  <a:lnTo>
                    <a:pt x="283697" y="2293063"/>
                  </a:lnTo>
                  <a:lnTo>
                    <a:pt x="255455" y="2253786"/>
                  </a:lnTo>
                  <a:lnTo>
                    <a:pt x="228519" y="2213535"/>
                  </a:lnTo>
                  <a:lnTo>
                    <a:pt x="202917" y="2172340"/>
                  </a:lnTo>
                  <a:lnTo>
                    <a:pt x="178683" y="2130234"/>
                  </a:lnTo>
                  <a:lnTo>
                    <a:pt x="155846" y="2087246"/>
                  </a:lnTo>
                  <a:lnTo>
                    <a:pt x="134438" y="2043408"/>
                  </a:lnTo>
                  <a:lnTo>
                    <a:pt x="114489" y="1998751"/>
                  </a:lnTo>
                  <a:lnTo>
                    <a:pt x="96032" y="1953305"/>
                  </a:lnTo>
                  <a:lnTo>
                    <a:pt x="79097" y="1907102"/>
                  </a:lnTo>
                  <a:lnTo>
                    <a:pt x="63714" y="1860173"/>
                  </a:lnTo>
                  <a:lnTo>
                    <a:pt x="49916" y="1812548"/>
                  </a:lnTo>
                  <a:lnTo>
                    <a:pt x="37733" y="1764258"/>
                  </a:lnTo>
                  <a:lnTo>
                    <a:pt x="27197" y="1715335"/>
                  </a:lnTo>
                  <a:lnTo>
                    <a:pt x="18337" y="1665810"/>
                  </a:lnTo>
                  <a:lnTo>
                    <a:pt x="11187" y="1615713"/>
                  </a:lnTo>
                  <a:lnTo>
                    <a:pt x="5775" y="1565075"/>
                  </a:lnTo>
                  <a:lnTo>
                    <a:pt x="2135" y="1513927"/>
                  </a:lnTo>
                  <a:lnTo>
                    <a:pt x="343" y="1463891"/>
                  </a:lnTo>
                  <a:lnTo>
                    <a:pt x="0" y="1427122"/>
                  </a:lnTo>
                  <a:lnTo>
                    <a:pt x="427" y="1400053"/>
                  </a:lnTo>
                  <a:lnTo>
                    <a:pt x="2501" y="1349712"/>
                  </a:lnTo>
                  <a:lnTo>
                    <a:pt x="6404" y="1299009"/>
                  </a:lnTo>
                  <a:lnTo>
                    <a:pt x="12048" y="1248812"/>
                  </a:lnTo>
                  <a:lnTo>
                    <a:pt x="19402" y="1199154"/>
                  </a:lnTo>
                  <a:lnTo>
                    <a:pt x="28436" y="1150062"/>
                  </a:lnTo>
                  <a:lnTo>
                    <a:pt x="39118" y="1101569"/>
                  </a:lnTo>
                  <a:lnTo>
                    <a:pt x="51420" y="1053704"/>
                  </a:lnTo>
                  <a:lnTo>
                    <a:pt x="65310" y="1006497"/>
                  </a:lnTo>
                  <a:lnTo>
                    <a:pt x="80758" y="959979"/>
                  </a:lnTo>
                  <a:lnTo>
                    <a:pt x="97735" y="914180"/>
                  </a:lnTo>
                  <a:lnTo>
                    <a:pt x="116209" y="869130"/>
                  </a:lnTo>
                  <a:lnTo>
                    <a:pt x="136150" y="824860"/>
                  </a:lnTo>
                  <a:lnTo>
                    <a:pt x="157529" y="781400"/>
                  </a:lnTo>
                  <a:lnTo>
                    <a:pt x="180313" y="738780"/>
                  </a:lnTo>
                  <a:lnTo>
                    <a:pt x="204475" y="697031"/>
                  </a:lnTo>
                  <a:lnTo>
                    <a:pt x="229982" y="656182"/>
                  </a:lnTo>
                  <a:lnTo>
                    <a:pt x="256805" y="616265"/>
                  </a:lnTo>
                  <a:lnTo>
                    <a:pt x="284914" y="577309"/>
                  </a:lnTo>
                  <a:lnTo>
                    <a:pt x="314277" y="539344"/>
                  </a:lnTo>
                  <a:lnTo>
                    <a:pt x="344865" y="502402"/>
                  </a:lnTo>
                  <a:lnTo>
                    <a:pt x="376648" y="466512"/>
                  </a:lnTo>
                  <a:lnTo>
                    <a:pt x="409595" y="431704"/>
                  </a:lnTo>
                  <a:lnTo>
                    <a:pt x="443675" y="398009"/>
                  </a:lnTo>
                  <a:lnTo>
                    <a:pt x="478859" y="365458"/>
                  </a:lnTo>
                  <a:lnTo>
                    <a:pt x="534529" y="318136"/>
                  </a:lnTo>
                  <a:lnTo>
                    <a:pt x="572635" y="288403"/>
                  </a:lnTo>
                  <a:lnTo>
                    <a:pt x="611751" y="259939"/>
                  </a:lnTo>
                  <a:lnTo>
                    <a:pt x="651848" y="232777"/>
                  </a:lnTo>
                  <a:lnTo>
                    <a:pt x="692892" y="206948"/>
                  </a:lnTo>
                  <a:lnTo>
                    <a:pt x="734854" y="182482"/>
                  </a:lnTo>
                  <a:lnTo>
                    <a:pt x="777702" y="159410"/>
                  </a:lnTo>
                  <a:lnTo>
                    <a:pt x="821406" y="137763"/>
                  </a:lnTo>
                  <a:lnTo>
                    <a:pt x="865934" y="117572"/>
                  </a:lnTo>
                  <a:lnTo>
                    <a:pt x="911255" y="98869"/>
                  </a:lnTo>
                  <a:lnTo>
                    <a:pt x="957338" y="81683"/>
                  </a:lnTo>
                  <a:lnTo>
                    <a:pt x="1004152" y="66046"/>
                  </a:lnTo>
                  <a:lnTo>
                    <a:pt x="1051666" y="51990"/>
                  </a:lnTo>
                  <a:lnTo>
                    <a:pt x="1099849" y="39544"/>
                  </a:lnTo>
                  <a:lnTo>
                    <a:pt x="1148670" y="28740"/>
                  </a:lnTo>
                  <a:lnTo>
                    <a:pt x="1198098" y="19609"/>
                  </a:lnTo>
                  <a:lnTo>
                    <a:pt x="1248102" y="12181"/>
                  </a:lnTo>
                  <a:lnTo>
                    <a:pt x="1298650" y="6489"/>
                  </a:lnTo>
                  <a:lnTo>
                    <a:pt x="1349712" y="2562"/>
                  </a:lnTo>
                  <a:lnTo>
                    <a:pt x="1401975" y="442"/>
                  </a:lnTo>
                  <a:lnTo>
                    <a:pt x="1442190" y="0"/>
                  </a:lnTo>
                  <a:lnTo>
                    <a:pt x="1469960" y="381"/>
                  </a:lnTo>
                  <a:lnTo>
                    <a:pt x="1522223" y="2501"/>
                  </a:lnTo>
                  <a:lnTo>
                    <a:pt x="1573285" y="6428"/>
                  </a:lnTo>
                  <a:lnTo>
                    <a:pt x="1623832" y="12122"/>
                  </a:lnTo>
                  <a:lnTo>
                    <a:pt x="1673833" y="19552"/>
                  </a:lnTo>
                  <a:lnTo>
                    <a:pt x="1723258" y="28685"/>
                  </a:lnTo>
                  <a:lnTo>
                    <a:pt x="1772077" y="39492"/>
                  </a:lnTo>
                  <a:lnTo>
                    <a:pt x="1820256" y="51941"/>
                  </a:lnTo>
                  <a:lnTo>
                    <a:pt x="1867767" y="66001"/>
                  </a:lnTo>
                  <a:lnTo>
                    <a:pt x="1914578" y="81641"/>
                  </a:lnTo>
                  <a:lnTo>
                    <a:pt x="1960659" y="98829"/>
                  </a:lnTo>
                  <a:lnTo>
                    <a:pt x="2005977" y="117535"/>
                  </a:lnTo>
                  <a:lnTo>
                    <a:pt x="2050503" y="137728"/>
                  </a:lnTo>
                  <a:lnTo>
                    <a:pt x="2094206" y="159376"/>
                  </a:lnTo>
                  <a:lnTo>
                    <a:pt x="2137054" y="182448"/>
                  </a:lnTo>
                  <a:lnTo>
                    <a:pt x="2179017" y="206913"/>
                  </a:lnTo>
                  <a:lnTo>
                    <a:pt x="2220064" y="232740"/>
                  </a:lnTo>
                  <a:lnTo>
                    <a:pt x="2260163" y="259899"/>
                  </a:lnTo>
                  <a:lnTo>
                    <a:pt x="2299285" y="288357"/>
                  </a:lnTo>
                  <a:lnTo>
                    <a:pt x="2337398" y="318084"/>
                  </a:lnTo>
                  <a:lnTo>
                    <a:pt x="2374471" y="349048"/>
                  </a:lnTo>
                  <a:lnTo>
                    <a:pt x="2428260" y="398002"/>
                  </a:lnTo>
                  <a:lnTo>
                    <a:pt x="2462341" y="431689"/>
                  </a:lnTo>
                  <a:lnTo>
                    <a:pt x="2495287" y="466491"/>
                  </a:lnTo>
                  <a:lnTo>
                    <a:pt x="2527069" y="502375"/>
                  </a:lnTo>
                  <a:lnTo>
                    <a:pt x="2557657" y="539313"/>
                  </a:lnTo>
                  <a:lnTo>
                    <a:pt x="2587020" y="577273"/>
                  </a:lnTo>
                  <a:lnTo>
                    <a:pt x="2615128" y="616226"/>
                  </a:lnTo>
                  <a:lnTo>
                    <a:pt x="2641950" y="656141"/>
                  </a:lnTo>
                  <a:lnTo>
                    <a:pt x="2667457" y="696987"/>
                  </a:lnTo>
                  <a:lnTo>
                    <a:pt x="2691617" y="738735"/>
                  </a:lnTo>
                  <a:lnTo>
                    <a:pt x="2714400" y="781354"/>
                  </a:lnTo>
                  <a:lnTo>
                    <a:pt x="2735776" y="824814"/>
                  </a:lnTo>
                  <a:lnTo>
                    <a:pt x="2755715" y="869085"/>
                  </a:lnTo>
                  <a:lnTo>
                    <a:pt x="2774187" y="914136"/>
                  </a:lnTo>
                  <a:lnTo>
                    <a:pt x="2791160" y="959937"/>
                  </a:lnTo>
                  <a:lnTo>
                    <a:pt x="2806605" y="1006458"/>
                  </a:lnTo>
                  <a:lnTo>
                    <a:pt x="2820491" y="1053668"/>
                  </a:lnTo>
                  <a:lnTo>
                    <a:pt x="2832788" y="1101538"/>
                  </a:lnTo>
                  <a:lnTo>
                    <a:pt x="2843465" y="1150036"/>
                  </a:lnTo>
                  <a:lnTo>
                    <a:pt x="2852493" y="1199133"/>
                  </a:lnTo>
                  <a:lnTo>
                    <a:pt x="2859840" y="1248798"/>
                  </a:lnTo>
                  <a:lnTo>
                    <a:pt x="2865478" y="1299001"/>
                  </a:lnTo>
                  <a:lnTo>
                    <a:pt x="2869374" y="1349712"/>
                  </a:lnTo>
                  <a:lnTo>
                    <a:pt x="2871448" y="1400053"/>
                  </a:lnTo>
                  <a:lnTo>
                    <a:pt x="2871936" y="1427183"/>
                  </a:lnTo>
                  <a:lnTo>
                    <a:pt x="2871936" y="1435968"/>
                  </a:lnTo>
                  <a:lnTo>
                    <a:pt x="2870831" y="1493313"/>
                  </a:lnTo>
                  <a:lnTo>
                    <a:pt x="2866221" y="1565075"/>
                  </a:lnTo>
                  <a:lnTo>
                    <a:pt x="2860809" y="1615713"/>
                  </a:lnTo>
                  <a:lnTo>
                    <a:pt x="2853658" y="1665810"/>
                  </a:lnTo>
                  <a:lnTo>
                    <a:pt x="2844799" y="1715335"/>
                  </a:lnTo>
                  <a:lnTo>
                    <a:pt x="2834262" y="1764258"/>
                  </a:lnTo>
                  <a:lnTo>
                    <a:pt x="2822079" y="1812547"/>
                  </a:lnTo>
                  <a:lnTo>
                    <a:pt x="2808280" y="1860171"/>
                  </a:lnTo>
                  <a:lnTo>
                    <a:pt x="2792897" y="1907099"/>
                  </a:lnTo>
                  <a:lnTo>
                    <a:pt x="2775960" y="1953301"/>
                  </a:lnTo>
                  <a:lnTo>
                    <a:pt x="2757502" y="1998746"/>
                  </a:lnTo>
                  <a:lnTo>
                    <a:pt x="2737552" y="2043401"/>
                  </a:lnTo>
                  <a:lnTo>
                    <a:pt x="2716141" y="2087237"/>
                  </a:lnTo>
                  <a:lnTo>
                    <a:pt x="2693302" y="2130223"/>
                  </a:lnTo>
                  <a:lnTo>
                    <a:pt x="2669065" y="2172327"/>
                  </a:lnTo>
                  <a:lnTo>
                    <a:pt x="2643460" y="2213518"/>
                  </a:lnTo>
                  <a:lnTo>
                    <a:pt x="2616520" y="2253766"/>
                  </a:lnTo>
                  <a:lnTo>
                    <a:pt x="2588275" y="2293039"/>
                  </a:lnTo>
                  <a:lnTo>
                    <a:pt x="2558755" y="2331306"/>
                  </a:lnTo>
                  <a:lnTo>
                    <a:pt x="2527993" y="2368538"/>
                  </a:lnTo>
                  <a:lnTo>
                    <a:pt x="2496019" y="2404701"/>
                  </a:lnTo>
                  <a:lnTo>
                    <a:pt x="2462865" y="2439767"/>
                  </a:lnTo>
                  <a:lnTo>
                    <a:pt x="2428560" y="2473702"/>
                  </a:lnTo>
                  <a:lnTo>
                    <a:pt x="2386976" y="2512090"/>
                  </a:lnTo>
                  <a:lnTo>
                    <a:pt x="2337150" y="2554111"/>
                  </a:lnTo>
                  <a:lnTo>
                    <a:pt x="2298709" y="2584076"/>
                  </a:lnTo>
                  <a:lnTo>
                    <a:pt x="2259241" y="2612750"/>
                  </a:lnTo>
                  <a:lnTo>
                    <a:pt x="2218777" y="2640102"/>
                  </a:lnTo>
                  <a:lnTo>
                    <a:pt x="2177349" y="2666099"/>
                  </a:lnTo>
                  <a:lnTo>
                    <a:pt x="2134989" y="2690710"/>
                  </a:lnTo>
                  <a:lnTo>
                    <a:pt x="2091729" y="2713902"/>
                  </a:lnTo>
                  <a:lnTo>
                    <a:pt x="2047599" y="2735643"/>
                  </a:lnTo>
                  <a:lnTo>
                    <a:pt x="2002633" y="2755902"/>
                  </a:lnTo>
                  <a:lnTo>
                    <a:pt x="1956862" y="2774647"/>
                  </a:lnTo>
                  <a:lnTo>
                    <a:pt x="1910318" y="2791845"/>
                  </a:lnTo>
                  <a:lnTo>
                    <a:pt x="1863031" y="2807465"/>
                  </a:lnTo>
                  <a:lnTo>
                    <a:pt x="1815035" y="2821474"/>
                  </a:lnTo>
                  <a:lnTo>
                    <a:pt x="1766360" y="2833841"/>
                  </a:lnTo>
                  <a:lnTo>
                    <a:pt x="1717040" y="2844534"/>
                  </a:lnTo>
                  <a:lnTo>
                    <a:pt x="1667104" y="2853520"/>
                  </a:lnTo>
                  <a:lnTo>
                    <a:pt x="1616586" y="2860769"/>
                  </a:lnTo>
                  <a:lnTo>
                    <a:pt x="1565516" y="2866247"/>
                  </a:lnTo>
                  <a:lnTo>
                    <a:pt x="1513927" y="2869923"/>
                  </a:lnTo>
                  <a:lnTo>
                    <a:pt x="1465927" y="2871677"/>
                  </a:lnTo>
                  <a:lnTo>
                    <a:pt x="1429745" y="2871997"/>
                  </a:lnTo>
                  <a:close/>
                </a:path>
              </a:pathLst>
            </a:custGeom>
            <a:solidFill>
              <a:srgbClr val="F1CB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2810890" y="6914849"/>
              <a:ext cx="2872105" cy="2872105"/>
            </a:xfrm>
            <a:custGeom>
              <a:avLst/>
              <a:gdLst/>
              <a:ahLst/>
              <a:cxnLst/>
              <a:rect l="l" t="t" r="r" b="b"/>
              <a:pathLst>
                <a:path w="2872105" h="2872104">
                  <a:moveTo>
                    <a:pt x="1445240" y="1422669"/>
                  </a:moveTo>
                  <a:lnTo>
                    <a:pt x="1426574" y="1422669"/>
                  </a:lnTo>
                  <a:lnTo>
                    <a:pt x="1426574" y="0"/>
                  </a:lnTo>
                  <a:lnTo>
                    <a:pt x="1445240" y="0"/>
                  </a:lnTo>
                  <a:lnTo>
                    <a:pt x="1445240" y="1422669"/>
                  </a:lnTo>
                  <a:close/>
                </a:path>
                <a:path w="2872105" h="2872104">
                  <a:moveTo>
                    <a:pt x="523819" y="854687"/>
                  </a:moveTo>
                  <a:lnTo>
                    <a:pt x="497403" y="854687"/>
                  </a:lnTo>
                  <a:lnTo>
                    <a:pt x="1349773" y="2440"/>
                  </a:lnTo>
                  <a:lnTo>
                    <a:pt x="1350793" y="2440"/>
                  </a:lnTo>
                  <a:lnTo>
                    <a:pt x="1364742" y="1700"/>
                  </a:lnTo>
                  <a:lnTo>
                    <a:pt x="1371802" y="1384"/>
                  </a:lnTo>
                  <a:lnTo>
                    <a:pt x="1378883" y="1098"/>
                  </a:lnTo>
                  <a:lnTo>
                    <a:pt x="1377468" y="1098"/>
                  </a:lnTo>
                  <a:lnTo>
                    <a:pt x="523819" y="854687"/>
                  </a:lnTo>
                  <a:close/>
                </a:path>
                <a:path w="2872105" h="2872104">
                  <a:moveTo>
                    <a:pt x="2393015" y="1422669"/>
                  </a:moveTo>
                  <a:lnTo>
                    <a:pt x="2374410" y="1422669"/>
                  </a:lnTo>
                  <a:lnTo>
                    <a:pt x="2374410" y="881040"/>
                  </a:lnTo>
                  <a:lnTo>
                    <a:pt x="1494468" y="1098"/>
                  </a:lnTo>
                  <a:lnTo>
                    <a:pt x="1515253" y="2050"/>
                  </a:lnTo>
                  <a:lnTo>
                    <a:pt x="1522162" y="2440"/>
                  </a:lnTo>
                  <a:lnTo>
                    <a:pt x="2374410" y="854687"/>
                  </a:lnTo>
                  <a:lnTo>
                    <a:pt x="2393015" y="854687"/>
                  </a:lnTo>
                  <a:lnTo>
                    <a:pt x="2393015" y="873293"/>
                  </a:lnTo>
                  <a:lnTo>
                    <a:pt x="2419429" y="899706"/>
                  </a:lnTo>
                  <a:lnTo>
                    <a:pt x="2393015" y="899706"/>
                  </a:lnTo>
                  <a:lnTo>
                    <a:pt x="2393015" y="1422669"/>
                  </a:lnTo>
                  <a:close/>
                </a:path>
                <a:path w="2872105" h="2872104">
                  <a:moveTo>
                    <a:pt x="1158" y="1377346"/>
                  </a:moveTo>
                  <a:lnTo>
                    <a:pt x="478737" y="873293"/>
                  </a:lnTo>
                  <a:lnTo>
                    <a:pt x="478737" y="365397"/>
                  </a:lnTo>
                  <a:lnTo>
                    <a:pt x="484968" y="359785"/>
                  </a:lnTo>
                  <a:lnTo>
                    <a:pt x="497413" y="348987"/>
                  </a:lnTo>
                  <a:lnTo>
                    <a:pt x="497342" y="854687"/>
                  </a:lnTo>
                  <a:lnTo>
                    <a:pt x="523819" y="854687"/>
                  </a:lnTo>
                  <a:lnTo>
                    <a:pt x="497464" y="881040"/>
                  </a:lnTo>
                  <a:lnTo>
                    <a:pt x="497403" y="899706"/>
                  </a:lnTo>
                  <a:lnTo>
                    <a:pt x="478798" y="899706"/>
                  </a:lnTo>
                  <a:lnTo>
                    <a:pt x="1158" y="1377346"/>
                  </a:lnTo>
                  <a:close/>
                </a:path>
                <a:path w="2872105" h="2872104">
                  <a:moveTo>
                    <a:pt x="2393015" y="854687"/>
                  </a:moveTo>
                  <a:lnTo>
                    <a:pt x="2374410" y="854687"/>
                  </a:lnTo>
                  <a:lnTo>
                    <a:pt x="2374410" y="348987"/>
                  </a:lnTo>
                  <a:lnTo>
                    <a:pt x="2380693" y="354356"/>
                  </a:lnTo>
                  <a:lnTo>
                    <a:pt x="2386915" y="359785"/>
                  </a:lnTo>
                  <a:lnTo>
                    <a:pt x="2393015" y="365397"/>
                  </a:lnTo>
                  <a:lnTo>
                    <a:pt x="2393015" y="854687"/>
                  </a:lnTo>
                  <a:close/>
                </a:path>
                <a:path w="2872105" h="2872104">
                  <a:moveTo>
                    <a:pt x="497403" y="1422669"/>
                  </a:moveTo>
                  <a:lnTo>
                    <a:pt x="478798" y="1422669"/>
                  </a:lnTo>
                  <a:lnTo>
                    <a:pt x="478798" y="899706"/>
                  </a:lnTo>
                  <a:lnTo>
                    <a:pt x="497403" y="899706"/>
                  </a:lnTo>
                  <a:lnTo>
                    <a:pt x="497403" y="1422669"/>
                  </a:lnTo>
                  <a:close/>
                </a:path>
                <a:path w="2872105" h="2872104">
                  <a:moveTo>
                    <a:pt x="2870655" y="1377346"/>
                  </a:moveTo>
                  <a:lnTo>
                    <a:pt x="2393015" y="899706"/>
                  </a:lnTo>
                  <a:lnTo>
                    <a:pt x="2419429" y="899706"/>
                  </a:lnTo>
                  <a:lnTo>
                    <a:pt x="2869313" y="1349590"/>
                  </a:lnTo>
                  <a:lnTo>
                    <a:pt x="2870655" y="1377346"/>
                  </a:lnTo>
                  <a:close/>
                </a:path>
                <a:path w="2872105" h="2872104">
                  <a:moveTo>
                    <a:pt x="2871814" y="1441275"/>
                  </a:moveTo>
                  <a:lnTo>
                    <a:pt x="0" y="1441275"/>
                  </a:lnTo>
                  <a:lnTo>
                    <a:pt x="0" y="1422669"/>
                  </a:lnTo>
                  <a:lnTo>
                    <a:pt x="2871814" y="1422669"/>
                  </a:lnTo>
                  <a:lnTo>
                    <a:pt x="2871814" y="1441275"/>
                  </a:lnTo>
                  <a:close/>
                </a:path>
                <a:path w="2872105" h="2872104">
                  <a:moveTo>
                    <a:pt x="497403" y="1964238"/>
                  </a:moveTo>
                  <a:lnTo>
                    <a:pt x="478859" y="1964238"/>
                  </a:lnTo>
                  <a:lnTo>
                    <a:pt x="478859" y="1441275"/>
                  </a:lnTo>
                  <a:lnTo>
                    <a:pt x="497403" y="1441275"/>
                  </a:lnTo>
                  <a:lnTo>
                    <a:pt x="497403" y="1964238"/>
                  </a:lnTo>
                  <a:close/>
                </a:path>
                <a:path w="2872105" h="2872104">
                  <a:moveTo>
                    <a:pt x="1445240" y="2871875"/>
                  </a:moveTo>
                  <a:lnTo>
                    <a:pt x="1426573" y="2871875"/>
                  </a:lnTo>
                  <a:lnTo>
                    <a:pt x="1426573" y="1441275"/>
                  </a:lnTo>
                  <a:lnTo>
                    <a:pt x="1445240" y="1441275"/>
                  </a:lnTo>
                  <a:lnTo>
                    <a:pt x="1445240" y="2871875"/>
                  </a:lnTo>
                  <a:close/>
                </a:path>
                <a:path w="2872105" h="2872104">
                  <a:moveTo>
                    <a:pt x="1486294" y="2871021"/>
                  </a:moveTo>
                  <a:lnTo>
                    <a:pt x="2374349" y="1982904"/>
                  </a:lnTo>
                  <a:lnTo>
                    <a:pt x="2374349" y="1441275"/>
                  </a:lnTo>
                  <a:lnTo>
                    <a:pt x="2393015" y="1441275"/>
                  </a:lnTo>
                  <a:lnTo>
                    <a:pt x="2393015" y="1964238"/>
                  </a:lnTo>
                  <a:lnTo>
                    <a:pt x="2419429" y="1964238"/>
                  </a:lnTo>
                  <a:lnTo>
                    <a:pt x="2393137" y="1990530"/>
                  </a:lnTo>
                  <a:lnTo>
                    <a:pt x="2393076" y="2009196"/>
                  </a:lnTo>
                  <a:lnTo>
                    <a:pt x="2374532" y="2009196"/>
                  </a:lnTo>
                  <a:lnTo>
                    <a:pt x="1513805" y="2869801"/>
                  </a:lnTo>
                  <a:lnTo>
                    <a:pt x="1493192" y="2870770"/>
                  </a:lnTo>
                  <a:lnTo>
                    <a:pt x="1486294" y="2871021"/>
                  </a:lnTo>
                  <a:close/>
                </a:path>
                <a:path w="2872105" h="2872104">
                  <a:moveTo>
                    <a:pt x="497403" y="2522765"/>
                  </a:moveTo>
                  <a:lnTo>
                    <a:pt x="491120" y="2517397"/>
                  </a:lnTo>
                  <a:lnTo>
                    <a:pt x="484898" y="2511968"/>
                  </a:lnTo>
                  <a:lnTo>
                    <a:pt x="478798" y="2506417"/>
                  </a:lnTo>
                  <a:lnTo>
                    <a:pt x="478798" y="1990530"/>
                  </a:lnTo>
                  <a:lnTo>
                    <a:pt x="2074" y="1513866"/>
                  </a:lnTo>
                  <a:lnTo>
                    <a:pt x="1721" y="1507002"/>
                  </a:lnTo>
                  <a:lnTo>
                    <a:pt x="1403" y="1500126"/>
                  </a:lnTo>
                  <a:lnTo>
                    <a:pt x="1130" y="1493227"/>
                  </a:lnTo>
                  <a:lnTo>
                    <a:pt x="915" y="1486294"/>
                  </a:lnTo>
                  <a:lnTo>
                    <a:pt x="478859" y="1964238"/>
                  </a:lnTo>
                  <a:lnTo>
                    <a:pt x="497403" y="1964238"/>
                  </a:lnTo>
                  <a:lnTo>
                    <a:pt x="497403" y="1982904"/>
                  </a:lnTo>
                  <a:lnTo>
                    <a:pt x="523695" y="2009196"/>
                  </a:lnTo>
                  <a:lnTo>
                    <a:pt x="497403" y="2009196"/>
                  </a:lnTo>
                  <a:lnTo>
                    <a:pt x="497403" y="2522765"/>
                  </a:lnTo>
                  <a:close/>
                </a:path>
                <a:path w="2872105" h="2872104">
                  <a:moveTo>
                    <a:pt x="2419429" y="1964238"/>
                  </a:moveTo>
                  <a:lnTo>
                    <a:pt x="2393076" y="1964238"/>
                  </a:lnTo>
                  <a:lnTo>
                    <a:pt x="2871082" y="1486294"/>
                  </a:lnTo>
                  <a:lnTo>
                    <a:pt x="2870480" y="1500126"/>
                  </a:lnTo>
                  <a:lnTo>
                    <a:pt x="2870154" y="1507002"/>
                  </a:lnTo>
                  <a:lnTo>
                    <a:pt x="2869801" y="1513866"/>
                  </a:lnTo>
                  <a:lnTo>
                    <a:pt x="2419429" y="1964238"/>
                  </a:lnTo>
                  <a:close/>
                </a:path>
                <a:path w="2872105" h="2872104">
                  <a:moveTo>
                    <a:pt x="1385520" y="2871021"/>
                  </a:moveTo>
                  <a:lnTo>
                    <a:pt x="1378584" y="2870770"/>
                  </a:lnTo>
                  <a:lnTo>
                    <a:pt x="1357947" y="2869801"/>
                  </a:lnTo>
                  <a:lnTo>
                    <a:pt x="497403" y="2009196"/>
                  </a:lnTo>
                  <a:lnTo>
                    <a:pt x="523695" y="2009196"/>
                  </a:lnTo>
                  <a:lnTo>
                    <a:pt x="1385520" y="2871021"/>
                  </a:lnTo>
                  <a:close/>
                </a:path>
                <a:path w="2872105" h="2872104">
                  <a:moveTo>
                    <a:pt x="2374542" y="2522765"/>
                  </a:moveTo>
                  <a:lnTo>
                    <a:pt x="2374471" y="2009196"/>
                  </a:lnTo>
                  <a:lnTo>
                    <a:pt x="2393076" y="2009196"/>
                  </a:lnTo>
                  <a:lnTo>
                    <a:pt x="2393076" y="2506417"/>
                  </a:lnTo>
                  <a:lnTo>
                    <a:pt x="2386982" y="2511968"/>
                  </a:lnTo>
                  <a:lnTo>
                    <a:pt x="2380763" y="2517397"/>
                  </a:lnTo>
                  <a:lnTo>
                    <a:pt x="2374542" y="2522765"/>
                  </a:lnTo>
                  <a:close/>
                </a:path>
              </a:pathLst>
            </a:custGeom>
            <a:solidFill>
              <a:srgbClr val="FF64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08470" y="1138478"/>
              <a:ext cx="5037027" cy="4432761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682003" y="462611"/>
            <a:ext cx="8848090" cy="4674870"/>
          </a:xfrm>
          <a:prstGeom prst="rect"/>
        </p:spPr>
        <p:txBody>
          <a:bodyPr wrap="square" lIns="0" tIns="170180" rIns="0" bIns="0" rtlCol="0" vert="horz">
            <a:spAutoFit/>
          </a:bodyPr>
          <a:lstStyle/>
          <a:p>
            <a:pPr marL="12700" marR="5080">
              <a:lnSpc>
                <a:spcPts val="10950"/>
              </a:lnSpc>
              <a:spcBef>
                <a:spcPts val="1340"/>
              </a:spcBef>
            </a:pPr>
            <a:r>
              <a:rPr dirty="0" sz="10000" spc="-70"/>
              <a:t>Python</a:t>
            </a:r>
            <a:r>
              <a:rPr dirty="0" sz="10000" spc="-740"/>
              <a:t> </a:t>
            </a:r>
            <a:r>
              <a:rPr dirty="0" sz="10000" spc="-265"/>
              <a:t>Error </a:t>
            </a:r>
            <a:r>
              <a:rPr dirty="0" sz="10000" spc="-95"/>
              <a:t>Handling</a:t>
            </a:r>
            <a:endParaRPr sz="10000"/>
          </a:p>
          <a:p>
            <a:pPr marL="12700" marR="6985">
              <a:lnSpc>
                <a:spcPct val="108300"/>
              </a:lnSpc>
              <a:spcBef>
                <a:spcPts val="1770"/>
              </a:spcBef>
            </a:pPr>
            <a:r>
              <a:rPr dirty="0" sz="4500" spc="-355" b="0">
                <a:latin typeface="Verdana"/>
                <a:cs typeface="Verdana"/>
              </a:rPr>
              <a:t>Understanding</a:t>
            </a:r>
            <a:r>
              <a:rPr dirty="0" sz="4500" spc="-484" b="0">
                <a:latin typeface="Verdana"/>
                <a:cs typeface="Verdana"/>
              </a:rPr>
              <a:t> </a:t>
            </a:r>
            <a:r>
              <a:rPr dirty="0" sz="4500" spc="-330" b="0">
                <a:latin typeface="Verdana"/>
                <a:cs typeface="Verdana"/>
              </a:rPr>
              <a:t>Exceptions</a:t>
            </a:r>
            <a:r>
              <a:rPr dirty="0" sz="4500" spc="-484" b="0">
                <a:latin typeface="Verdana"/>
                <a:cs typeface="Verdana"/>
              </a:rPr>
              <a:t> </a:t>
            </a:r>
            <a:r>
              <a:rPr dirty="0" sz="4500" spc="-365" b="0">
                <a:latin typeface="Verdana"/>
                <a:cs typeface="Verdana"/>
              </a:rPr>
              <a:t>and</a:t>
            </a:r>
            <a:r>
              <a:rPr dirty="0" sz="4500" spc="-484" b="0">
                <a:latin typeface="Verdana"/>
                <a:cs typeface="Verdana"/>
              </a:rPr>
              <a:t> </a:t>
            </a:r>
            <a:r>
              <a:rPr dirty="0" sz="4500" spc="-425" b="0">
                <a:latin typeface="Verdana"/>
                <a:cs typeface="Verdana"/>
              </a:rPr>
              <a:t>Error </a:t>
            </a:r>
            <a:r>
              <a:rPr dirty="0" sz="4500" spc="-395" b="0">
                <a:latin typeface="Verdana"/>
                <a:cs typeface="Verdana"/>
              </a:rPr>
              <a:t>Management</a:t>
            </a:r>
            <a:endParaRPr sz="4500">
              <a:latin typeface="Verdana"/>
              <a:cs typeface="Verdan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56603" y="6374539"/>
            <a:ext cx="4259580" cy="1340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41500"/>
              </a:lnSpc>
              <a:spcBef>
                <a:spcPts val="95"/>
              </a:spcBef>
            </a:pPr>
            <a:r>
              <a:rPr dirty="0" sz="3050" spc="-229">
                <a:solidFill>
                  <a:srgbClr val="111111"/>
                </a:solidFill>
                <a:latin typeface="Verdana"/>
                <a:cs typeface="Verdana"/>
              </a:rPr>
              <a:t>HT</a:t>
            </a:r>
            <a:r>
              <a:rPr dirty="0" sz="3050" spc="-4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050" spc="-170">
                <a:solidFill>
                  <a:srgbClr val="111111"/>
                </a:solidFill>
                <a:latin typeface="Verdana"/>
                <a:cs typeface="Verdana"/>
              </a:rPr>
              <a:t>NO</a:t>
            </a:r>
            <a:r>
              <a:rPr dirty="0" sz="3050" spc="-33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050" spc="-330">
                <a:solidFill>
                  <a:srgbClr val="111111"/>
                </a:solidFill>
                <a:latin typeface="Verdana"/>
                <a:cs typeface="Verdana"/>
              </a:rPr>
              <a:t>23420831047030 </a:t>
            </a:r>
            <a:r>
              <a:rPr dirty="0" sz="3050" spc="-340">
                <a:solidFill>
                  <a:srgbClr val="111111"/>
                </a:solidFill>
                <a:latin typeface="Verdana"/>
                <a:cs typeface="Verdana"/>
              </a:rPr>
              <a:t>M.VINAY</a:t>
            </a:r>
            <a:r>
              <a:rPr dirty="0" sz="3050" spc="-434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050" spc="-155">
                <a:solidFill>
                  <a:srgbClr val="111111"/>
                </a:solidFill>
                <a:latin typeface="Verdana"/>
                <a:cs typeface="Verdana"/>
              </a:rPr>
              <a:t>KUMAR</a:t>
            </a:r>
            <a:r>
              <a:rPr dirty="0" sz="3050" spc="-5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050" spc="-200">
                <a:solidFill>
                  <a:srgbClr val="111111"/>
                </a:solidFill>
                <a:latin typeface="Verdana"/>
                <a:cs typeface="Verdana"/>
              </a:rPr>
              <a:t>3</a:t>
            </a:r>
            <a:r>
              <a:rPr dirty="0" baseline="40540" sz="2775" spc="-300">
                <a:solidFill>
                  <a:srgbClr val="111111"/>
                </a:solidFill>
                <a:latin typeface="Verdana"/>
                <a:cs typeface="Verdana"/>
              </a:rPr>
              <a:t>rd</a:t>
            </a:r>
            <a:r>
              <a:rPr dirty="0" baseline="40540" sz="2775" spc="52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050" spc="-114">
                <a:solidFill>
                  <a:srgbClr val="111111"/>
                </a:solidFill>
                <a:latin typeface="Verdana"/>
                <a:cs typeface="Verdana"/>
              </a:rPr>
              <a:t>BCA</a:t>
            </a:r>
            <a:endParaRPr sz="3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7817478"/>
            <a:ext cx="646239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100"/>
              </a:spcBef>
            </a:pPr>
            <a:r>
              <a:rPr dirty="0" sz="3700" spc="-295">
                <a:solidFill>
                  <a:srgbClr val="FFFFFF"/>
                </a:solidFill>
                <a:latin typeface="Verdana"/>
                <a:cs typeface="Verdana"/>
              </a:rPr>
              <a:t>Understanding</a:t>
            </a:r>
            <a:r>
              <a:rPr dirty="0" sz="3700" spc="-40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45">
                <a:solidFill>
                  <a:srgbClr val="FFFFFF"/>
                </a:solidFill>
                <a:latin typeface="Verdana"/>
                <a:cs typeface="Verdana"/>
              </a:rPr>
              <a:t>Error</a:t>
            </a:r>
            <a:r>
              <a:rPr dirty="0" sz="3700" spc="-5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75">
                <a:solidFill>
                  <a:srgbClr val="FFFFFF"/>
                </a:solidFill>
                <a:latin typeface="Verdana"/>
                <a:cs typeface="Verdana"/>
              </a:rPr>
              <a:t>Handling</a:t>
            </a:r>
            <a:r>
              <a:rPr dirty="0" sz="3700" spc="-4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00">
                <a:solidFill>
                  <a:srgbClr val="FFFFFF"/>
                </a:solidFill>
                <a:latin typeface="Verdana"/>
                <a:cs typeface="Verdana"/>
              </a:rPr>
              <a:t>in </a:t>
            </a:r>
            <a:r>
              <a:rPr dirty="0" sz="3700" spc="-285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000" y="6352035"/>
            <a:ext cx="689737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225" b="1">
                <a:solidFill>
                  <a:srgbClr val="FFFFFF"/>
                </a:solidFill>
                <a:latin typeface="Verdana"/>
                <a:cs typeface="Verdana"/>
              </a:rPr>
              <a:t>Introduction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93326" y="962647"/>
            <a:ext cx="5930900" cy="3168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dirty="0" sz="3200" spc="-300">
                <a:solidFill>
                  <a:srgbClr val="111111"/>
                </a:solidFill>
                <a:latin typeface="Verdana"/>
                <a:cs typeface="Verdana"/>
              </a:rPr>
              <a:t>Error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5">
                <a:solidFill>
                  <a:srgbClr val="111111"/>
                </a:solidFill>
                <a:latin typeface="Verdana"/>
                <a:cs typeface="Verdana"/>
              </a:rPr>
              <a:t>handling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is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00">
                <a:solidFill>
                  <a:srgbClr val="111111"/>
                </a:solidFill>
                <a:latin typeface="Verdana"/>
                <a:cs typeface="Verdana"/>
              </a:rPr>
              <a:t>crucial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">
                <a:solidFill>
                  <a:srgbClr val="111111"/>
                </a:solidFill>
                <a:latin typeface="Verdana"/>
                <a:cs typeface="Verdana"/>
              </a:rPr>
              <a:t>in </a:t>
            </a:r>
            <a:r>
              <a:rPr dirty="0" sz="3200" spc="-355">
                <a:solidFill>
                  <a:srgbClr val="111111"/>
                </a:solidFill>
                <a:latin typeface="Verdana"/>
                <a:cs typeface="Verdana"/>
              </a:rPr>
              <a:t>programming.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409">
                <a:solidFill>
                  <a:srgbClr val="111111"/>
                </a:solidFill>
                <a:latin typeface="Verdana"/>
                <a:cs typeface="Verdana"/>
              </a:rPr>
              <a:t>It</a:t>
            </a:r>
            <a:r>
              <a:rPr dirty="0" sz="3200" spc="-4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ensures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that</a:t>
            </a:r>
            <a:r>
              <a:rPr dirty="0" sz="3200" spc="-5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your </a:t>
            </a:r>
            <a:r>
              <a:rPr dirty="0" sz="3200" spc="-229">
                <a:solidFill>
                  <a:srgbClr val="111111"/>
                </a:solidFill>
                <a:latin typeface="Verdana"/>
                <a:cs typeface="Verdana"/>
              </a:rPr>
              <a:t>applications</a:t>
            </a:r>
            <a:r>
              <a:rPr dirty="0" sz="3200" spc="-30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10">
                <a:solidFill>
                  <a:srgbClr val="111111"/>
                </a:solidFill>
                <a:latin typeface="Verdana"/>
                <a:cs typeface="Verdana"/>
              </a:rPr>
              <a:t>can</a:t>
            </a:r>
            <a:r>
              <a:rPr dirty="0" sz="3200" spc="-30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0">
                <a:solidFill>
                  <a:srgbClr val="111111"/>
                </a:solidFill>
                <a:latin typeface="Verdana"/>
                <a:cs typeface="Verdana"/>
              </a:rPr>
              <a:t>gracefully</a:t>
            </a:r>
            <a:r>
              <a:rPr dirty="0" sz="3200" spc="-40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185">
                <a:solidFill>
                  <a:srgbClr val="111111"/>
                </a:solidFill>
                <a:latin typeface="Verdana"/>
                <a:cs typeface="Verdana"/>
              </a:rPr>
              <a:t>handle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unexpected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10">
                <a:solidFill>
                  <a:srgbClr val="111111"/>
                </a:solidFill>
                <a:latin typeface="Verdana"/>
                <a:cs typeface="Verdana"/>
              </a:rPr>
              <a:t>issues,</a:t>
            </a:r>
            <a:r>
              <a:rPr dirty="0" sz="3200" spc="-32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5">
                <a:solidFill>
                  <a:srgbClr val="111111"/>
                </a:solidFill>
                <a:latin typeface="Verdana"/>
                <a:cs typeface="Verdana"/>
              </a:rPr>
              <a:t>preventing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crashes</a:t>
            </a:r>
            <a:r>
              <a:rPr dirty="0" sz="3200" spc="-35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and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providing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15">
                <a:solidFill>
                  <a:srgbClr val="111111"/>
                </a:solidFill>
                <a:latin typeface="Verdana"/>
                <a:cs typeface="Verdana"/>
              </a:rPr>
              <a:t>informative </a:t>
            </a:r>
            <a:r>
              <a:rPr dirty="0" sz="3200" spc="-229">
                <a:solidFill>
                  <a:srgbClr val="111111"/>
                </a:solidFill>
                <a:latin typeface="Verdana"/>
                <a:cs typeface="Verdana"/>
              </a:rPr>
              <a:t>feedback</a:t>
            </a:r>
            <a:r>
              <a:rPr dirty="0" sz="3200" spc="-53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to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users.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143500" cy="2571750"/>
          </a:xfrm>
          <a:custGeom>
            <a:avLst/>
            <a:gdLst/>
            <a:ahLst/>
            <a:cxnLst/>
            <a:rect l="l" t="t" r="r" b="b"/>
            <a:pathLst>
              <a:path w="5143500" h="2571750">
                <a:moveTo>
                  <a:pt x="5143499" y="1285182"/>
                </a:moveTo>
                <a:lnTo>
                  <a:pt x="5142429" y="1334294"/>
                </a:lnTo>
                <a:lnTo>
                  <a:pt x="5139295" y="1383441"/>
                </a:lnTo>
                <a:lnTo>
                  <a:pt x="5134211" y="1432451"/>
                </a:lnTo>
                <a:lnTo>
                  <a:pt x="5127294" y="1481153"/>
                </a:lnTo>
                <a:lnTo>
                  <a:pt x="5118659" y="1529375"/>
                </a:lnTo>
                <a:lnTo>
                  <a:pt x="5108421" y="1576945"/>
                </a:lnTo>
                <a:lnTo>
                  <a:pt x="5096695" y="1623693"/>
                </a:lnTo>
                <a:lnTo>
                  <a:pt x="5083596" y="1669448"/>
                </a:lnTo>
                <a:lnTo>
                  <a:pt x="5069240" y="1714036"/>
                </a:lnTo>
                <a:lnTo>
                  <a:pt x="5053016" y="1757386"/>
                </a:lnTo>
                <a:lnTo>
                  <a:pt x="5035269" y="1799976"/>
                </a:lnTo>
                <a:lnTo>
                  <a:pt x="5016024" y="1841774"/>
                </a:lnTo>
                <a:lnTo>
                  <a:pt x="4995307" y="1882750"/>
                </a:lnTo>
                <a:lnTo>
                  <a:pt x="4973144" y="1922872"/>
                </a:lnTo>
                <a:lnTo>
                  <a:pt x="4949562" y="1962107"/>
                </a:lnTo>
                <a:lnTo>
                  <a:pt x="4924585" y="2000423"/>
                </a:lnTo>
                <a:lnTo>
                  <a:pt x="4898240" y="2037790"/>
                </a:lnTo>
                <a:lnTo>
                  <a:pt x="4870552" y="2074174"/>
                </a:lnTo>
                <a:lnTo>
                  <a:pt x="4841547" y="2109546"/>
                </a:lnTo>
                <a:lnTo>
                  <a:pt x="4811251" y="2143871"/>
                </a:lnTo>
                <a:lnTo>
                  <a:pt x="4779690" y="2177120"/>
                </a:lnTo>
                <a:lnTo>
                  <a:pt x="4746890" y="2209260"/>
                </a:lnTo>
                <a:lnTo>
                  <a:pt x="4712875" y="2240259"/>
                </a:lnTo>
                <a:lnTo>
                  <a:pt x="4677673" y="2270085"/>
                </a:lnTo>
                <a:lnTo>
                  <a:pt x="4641309" y="2298708"/>
                </a:lnTo>
                <a:lnTo>
                  <a:pt x="4603809" y="2326094"/>
                </a:lnTo>
                <a:lnTo>
                  <a:pt x="4565198" y="2352212"/>
                </a:lnTo>
                <a:lnTo>
                  <a:pt x="4525503" y="2377031"/>
                </a:lnTo>
                <a:lnTo>
                  <a:pt x="4484749" y="2400518"/>
                </a:lnTo>
                <a:lnTo>
                  <a:pt x="4442961" y="2422643"/>
                </a:lnTo>
                <a:lnTo>
                  <a:pt x="4400167" y="2443372"/>
                </a:lnTo>
                <a:lnTo>
                  <a:pt x="4356391" y="2462675"/>
                </a:lnTo>
                <a:lnTo>
                  <a:pt x="4311659" y="2480519"/>
                </a:lnTo>
                <a:lnTo>
                  <a:pt x="4265998" y="2496872"/>
                </a:lnTo>
                <a:lnTo>
                  <a:pt x="4219432" y="2511704"/>
                </a:lnTo>
                <a:lnTo>
                  <a:pt x="4171989" y="2524982"/>
                </a:lnTo>
                <a:lnTo>
                  <a:pt x="4123692" y="2536674"/>
                </a:lnTo>
                <a:lnTo>
                  <a:pt x="4074570" y="2546749"/>
                </a:lnTo>
                <a:lnTo>
                  <a:pt x="4024646" y="2555175"/>
                </a:lnTo>
                <a:lnTo>
                  <a:pt x="3973947" y="2561919"/>
                </a:lnTo>
                <a:lnTo>
                  <a:pt x="3922499" y="2566951"/>
                </a:lnTo>
                <a:lnTo>
                  <a:pt x="3870328" y="2570238"/>
                </a:lnTo>
                <a:lnTo>
                  <a:pt x="3817459" y="2571749"/>
                </a:lnTo>
                <a:lnTo>
                  <a:pt x="0" y="2571750"/>
                </a:lnTo>
                <a:lnTo>
                  <a:pt x="0" y="0"/>
                </a:lnTo>
                <a:lnTo>
                  <a:pt x="3820294" y="0"/>
                </a:lnTo>
                <a:lnTo>
                  <a:pt x="3872680" y="1524"/>
                </a:lnTo>
                <a:lnTo>
                  <a:pt x="3924398" y="4852"/>
                </a:lnTo>
                <a:lnTo>
                  <a:pt x="3975421" y="9948"/>
                </a:lnTo>
                <a:lnTo>
                  <a:pt x="4025724" y="16778"/>
                </a:lnTo>
                <a:lnTo>
                  <a:pt x="4075280" y="25307"/>
                </a:lnTo>
                <a:lnTo>
                  <a:pt x="4124063" y="35502"/>
                </a:lnTo>
                <a:lnTo>
                  <a:pt x="4172047" y="47327"/>
                </a:lnTo>
                <a:lnTo>
                  <a:pt x="4219207" y="60750"/>
                </a:lnTo>
                <a:lnTo>
                  <a:pt x="4265516" y="75734"/>
                </a:lnTo>
                <a:lnTo>
                  <a:pt x="4310948" y="92247"/>
                </a:lnTo>
                <a:lnTo>
                  <a:pt x="4355477" y="110253"/>
                </a:lnTo>
                <a:lnTo>
                  <a:pt x="4399077" y="129719"/>
                </a:lnTo>
                <a:lnTo>
                  <a:pt x="4441723" y="150610"/>
                </a:lnTo>
                <a:lnTo>
                  <a:pt x="4483388" y="172891"/>
                </a:lnTo>
                <a:lnTo>
                  <a:pt x="4524046" y="196529"/>
                </a:lnTo>
                <a:lnTo>
                  <a:pt x="4563671" y="221489"/>
                </a:lnTo>
                <a:lnTo>
                  <a:pt x="4602237" y="247737"/>
                </a:lnTo>
                <a:lnTo>
                  <a:pt x="4639718" y="275238"/>
                </a:lnTo>
                <a:lnTo>
                  <a:pt x="4676089" y="303958"/>
                </a:lnTo>
                <a:lnTo>
                  <a:pt x="4711322" y="333863"/>
                </a:lnTo>
                <a:lnTo>
                  <a:pt x="4745393" y="364918"/>
                </a:lnTo>
                <a:lnTo>
                  <a:pt x="4778274" y="397090"/>
                </a:lnTo>
                <a:lnTo>
                  <a:pt x="4809940" y="430343"/>
                </a:lnTo>
                <a:lnTo>
                  <a:pt x="4840366" y="464644"/>
                </a:lnTo>
                <a:lnTo>
                  <a:pt x="4869524" y="499958"/>
                </a:lnTo>
                <a:lnTo>
                  <a:pt x="4897389" y="536251"/>
                </a:lnTo>
                <a:lnTo>
                  <a:pt x="4923936" y="573488"/>
                </a:lnTo>
                <a:lnTo>
                  <a:pt x="4949137" y="611636"/>
                </a:lnTo>
                <a:lnTo>
                  <a:pt x="4972967" y="650659"/>
                </a:lnTo>
                <a:lnTo>
                  <a:pt x="4995400" y="690524"/>
                </a:lnTo>
                <a:lnTo>
                  <a:pt x="5016410" y="731196"/>
                </a:lnTo>
                <a:lnTo>
                  <a:pt x="5035970" y="772641"/>
                </a:lnTo>
                <a:lnTo>
                  <a:pt x="5054056" y="814825"/>
                </a:lnTo>
                <a:lnTo>
                  <a:pt x="5070640" y="857713"/>
                </a:lnTo>
                <a:lnTo>
                  <a:pt x="5072040" y="860487"/>
                </a:lnTo>
                <a:lnTo>
                  <a:pt x="5072040" y="863262"/>
                </a:lnTo>
                <a:lnTo>
                  <a:pt x="5073439" y="866041"/>
                </a:lnTo>
                <a:lnTo>
                  <a:pt x="5089323" y="915472"/>
                </a:lnTo>
                <a:lnTo>
                  <a:pt x="5103302" y="965880"/>
                </a:lnTo>
                <a:lnTo>
                  <a:pt x="5115311" y="1017199"/>
                </a:lnTo>
                <a:lnTo>
                  <a:pt x="5125283" y="1069363"/>
                </a:lnTo>
                <a:lnTo>
                  <a:pt x="5133154" y="1122309"/>
                </a:lnTo>
                <a:lnTo>
                  <a:pt x="5138858" y="1175971"/>
                </a:lnTo>
                <a:lnTo>
                  <a:pt x="5142328" y="1230284"/>
                </a:lnTo>
                <a:lnTo>
                  <a:pt x="5143499" y="1285182"/>
                </a:lnTo>
                <a:close/>
              </a:path>
            </a:pathLst>
          </a:custGeom>
          <a:solidFill>
            <a:srgbClr val="2361D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88" y="2572138"/>
            <a:ext cx="2571750" cy="7715250"/>
            <a:chOff x="388" y="2572138"/>
            <a:chExt cx="2571750" cy="7715250"/>
          </a:xfrm>
        </p:grpSpPr>
        <p:sp>
          <p:nvSpPr>
            <p:cNvPr id="4" name="object 4" descr=""/>
            <p:cNvSpPr/>
            <p:nvPr/>
          </p:nvSpPr>
          <p:spPr>
            <a:xfrm>
              <a:off x="388" y="5143499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0" y="2571361"/>
                  </a:moveTo>
                  <a:lnTo>
                    <a:pt x="0" y="0"/>
                  </a:lnTo>
                  <a:lnTo>
                    <a:pt x="2571361" y="0"/>
                  </a:lnTo>
                  <a:lnTo>
                    <a:pt x="2571361" y="2571361"/>
                  </a:lnTo>
                  <a:lnTo>
                    <a:pt x="0" y="2571361"/>
                  </a:lnTo>
                  <a:close/>
                </a:path>
              </a:pathLst>
            </a:custGeom>
            <a:solidFill>
              <a:srgbClr val="2361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17" y="5143499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0" y="0"/>
                  </a:moveTo>
                  <a:lnTo>
                    <a:pt x="2571232" y="0"/>
                  </a:lnTo>
                  <a:lnTo>
                    <a:pt x="2570345" y="48200"/>
                  </a:lnTo>
                  <a:lnTo>
                    <a:pt x="2567705" y="95953"/>
                  </a:lnTo>
                  <a:lnTo>
                    <a:pt x="2563343" y="143226"/>
                  </a:lnTo>
                  <a:lnTo>
                    <a:pt x="2557290" y="189990"/>
                  </a:lnTo>
                  <a:lnTo>
                    <a:pt x="2549578" y="236212"/>
                  </a:lnTo>
                  <a:lnTo>
                    <a:pt x="2540237" y="281862"/>
                  </a:lnTo>
                  <a:lnTo>
                    <a:pt x="2529299" y="326909"/>
                  </a:lnTo>
                  <a:lnTo>
                    <a:pt x="2516793" y="371321"/>
                  </a:lnTo>
                  <a:lnTo>
                    <a:pt x="2502753" y="415068"/>
                  </a:lnTo>
                  <a:lnTo>
                    <a:pt x="2487208" y="458118"/>
                  </a:lnTo>
                  <a:lnTo>
                    <a:pt x="2470190" y="500441"/>
                  </a:lnTo>
                  <a:lnTo>
                    <a:pt x="2451730" y="542005"/>
                  </a:lnTo>
                  <a:lnTo>
                    <a:pt x="2431859" y="582779"/>
                  </a:lnTo>
                  <a:lnTo>
                    <a:pt x="2410608" y="622733"/>
                  </a:lnTo>
                  <a:lnTo>
                    <a:pt x="2388009" y="661835"/>
                  </a:lnTo>
                  <a:lnTo>
                    <a:pt x="2364091" y="700053"/>
                  </a:lnTo>
                  <a:lnTo>
                    <a:pt x="2338887" y="737358"/>
                  </a:lnTo>
                  <a:lnTo>
                    <a:pt x="2312427" y="773718"/>
                  </a:lnTo>
                  <a:lnTo>
                    <a:pt x="2284743" y="809102"/>
                  </a:lnTo>
                  <a:lnTo>
                    <a:pt x="2255865" y="843479"/>
                  </a:lnTo>
                  <a:lnTo>
                    <a:pt x="2225825" y="876817"/>
                  </a:lnTo>
                  <a:lnTo>
                    <a:pt x="2194654" y="909086"/>
                  </a:lnTo>
                  <a:lnTo>
                    <a:pt x="2162383" y="940255"/>
                  </a:lnTo>
                  <a:lnTo>
                    <a:pt x="2129042" y="970293"/>
                  </a:lnTo>
                  <a:lnTo>
                    <a:pt x="2094664" y="999168"/>
                  </a:lnTo>
                  <a:lnTo>
                    <a:pt x="2059279" y="1026849"/>
                  </a:lnTo>
                  <a:lnTo>
                    <a:pt x="2022918" y="1053306"/>
                  </a:lnTo>
                  <a:lnTo>
                    <a:pt x="1985612" y="1078508"/>
                  </a:lnTo>
                  <a:lnTo>
                    <a:pt x="1947393" y="1102422"/>
                  </a:lnTo>
                  <a:lnTo>
                    <a:pt x="1908291" y="1125019"/>
                  </a:lnTo>
                  <a:lnTo>
                    <a:pt x="1868338" y="1146267"/>
                  </a:lnTo>
                  <a:lnTo>
                    <a:pt x="1827565" y="1166135"/>
                  </a:lnTo>
                  <a:lnTo>
                    <a:pt x="1786002" y="1184593"/>
                  </a:lnTo>
                  <a:lnTo>
                    <a:pt x="1743681" y="1201608"/>
                  </a:lnTo>
                  <a:lnTo>
                    <a:pt x="1700634" y="1217150"/>
                  </a:lnTo>
                  <a:lnTo>
                    <a:pt x="1656890" y="1231188"/>
                  </a:lnTo>
                  <a:lnTo>
                    <a:pt x="1612481" y="1243691"/>
                  </a:lnTo>
                  <a:lnTo>
                    <a:pt x="1567439" y="1254627"/>
                  </a:lnTo>
                  <a:lnTo>
                    <a:pt x="1521794" y="1263967"/>
                  </a:lnTo>
                  <a:lnTo>
                    <a:pt x="1475577" y="1271677"/>
                  </a:lnTo>
                  <a:lnTo>
                    <a:pt x="1428819" y="1277729"/>
                  </a:lnTo>
                  <a:lnTo>
                    <a:pt x="1381553" y="1282090"/>
                  </a:lnTo>
                  <a:lnTo>
                    <a:pt x="1333808" y="1284729"/>
                  </a:lnTo>
                  <a:lnTo>
                    <a:pt x="1285616" y="1285616"/>
                  </a:lnTo>
                  <a:lnTo>
                    <a:pt x="1237415" y="1284729"/>
                  </a:lnTo>
                  <a:lnTo>
                    <a:pt x="1189662" y="1282089"/>
                  </a:lnTo>
                  <a:lnTo>
                    <a:pt x="1142389" y="1277727"/>
                  </a:lnTo>
                  <a:lnTo>
                    <a:pt x="1095625" y="1271674"/>
                  </a:lnTo>
                  <a:lnTo>
                    <a:pt x="1049403" y="1263962"/>
                  </a:lnTo>
                  <a:lnTo>
                    <a:pt x="1003753" y="1254621"/>
                  </a:lnTo>
                  <a:lnTo>
                    <a:pt x="958706" y="1243682"/>
                  </a:lnTo>
                  <a:lnTo>
                    <a:pt x="914294" y="1231177"/>
                  </a:lnTo>
                  <a:lnTo>
                    <a:pt x="870547" y="1217137"/>
                  </a:lnTo>
                  <a:lnTo>
                    <a:pt x="827497" y="1201592"/>
                  </a:lnTo>
                  <a:lnTo>
                    <a:pt x="785174" y="1184574"/>
                  </a:lnTo>
                  <a:lnTo>
                    <a:pt x="743610" y="1166114"/>
                  </a:lnTo>
                  <a:lnTo>
                    <a:pt x="702836" y="1146243"/>
                  </a:lnTo>
                  <a:lnTo>
                    <a:pt x="662882" y="1124992"/>
                  </a:lnTo>
                  <a:lnTo>
                    <a:pt x="623781" y="1102393"/>
                  </a:lnTo>
                  <a:lnTo>
                    <a:pt x="585562" y="1078475"/>
                  </a:lnTo>
                  <a:lnTo>
                    <a:pt x="548257" y="1053271"/>
                  </a:lnTo>
                  <a:lnTo>
                    <a:pt x="511897" y="1026811"/>
                  </a:lnTo>
                  <a:lnTo>
                    <a:pt x="476513" y="999127"/>
                  </a:lnTo>
                  <a:lnTo>
                    <a:pt x="442136" y="970249"/>
                  </a:lnTo>
                  <a:lnTo>
                    <a:pt x="408798" y="940209"/>
                  </a:lnTo>
                  <a:lnTo>
                    <a:pt x="376529" y="909038"/>
                  </a:lnTo>
                  <a:lnTo>
                    <a:pt x="345360" y="876767"/>
                  </a:lnTo>
                  <a:lnTo>
                    <a:pt x="315322" y="843426"/>
                  </a:lnTo>
                  <a:lnTo>
                    <a:pt x="286447" y="809048"/>
                  </a:lnTo>
                  <a:lnTo>
                    <a:pt x="258766" y="773663"/>
                  </a:lnTo>
                  <a:lnTo>
                    <a:pt x="232309" y="737302"/>
                  </a:lnTo>
                  <a:lnTo>
                    <a:pt x="207107" y="699996"/>
                  </a:lnTo>
                  <a:lnTo>
                    <a:pt x="183193" y="661777"/>
                  </a:lnTo>
                  <a:lnTo>
                    <a:pt x="160596" y="622675"/>
                  </a:lnTo>
                  <a:lnTo>
                    <a:pt x="139348" y="582722"/>
                  </a:lnTo>
                  <a:lnTo>
                    <a:pt x="119480" y="541949"/>
                  </a:lnTo>
                  <a:lnTo>
                    <a:pt x="101022" y="500386"/>
                  </a:lnTo>
                  <a:lnTo>
                    <a:pt x="84007" y="458065"/>
                  </a:lnTo>
                  <a:lnTo>
                    <a:pt x="68465" y="415018"/>
                  </a:lnTo>
                  <a:lnTo>
                    <a:pt x="54427" y="371274"/>
                  </a:lnTo>
                  <a:lnTo>
                    <a:pt x="41924" y="326865"/>
                  </a:lnTo>
                  <a:lnTo>
                    <a:pt x="30988" y="281823"/>
                  </a:lnTo>
                  <a:lnTo>
                    <a:pt x="21649" y="236178"/>
                  </a:lnTo>
                  <a:lnTo>
                    <a:pt x="13938" y="189961"/>
                  </a:lnTo>
                  <a:lnTo>
                    <a:pt x="7886" y="143203"/>
                  </a:lnTo>
                  <a:lnTo>
                    <a:pt x="3525" y="95937"/>
                  </a:lnTo>
                  <a:lnTo>
                    <a:pt x="886" y="48192"/>
                  </a:lnTo>
                  <a:lnTo>
                    <a:pt x="0" y="0"/>
                  </a:lnTo>
                  <a:close/>
                </a:path>
                <a:path w="2571750" h="2571750">
                  <a:moveTo>
                    <a:pt x="0" y="2571232"/>
                  </a:moveTo>
                  <a:lnTo>
                    <a:pt x="886" y="2523039"/>
                  </a:lnTo>
                  <a:lnTo>
                    <a:pt x="3525" y="2475294"/>
                  </a:lnTo>
                  <a:lnTo>
                    <a:pt x="7886" y="2428028"/>
                  </a:lnTo>
                  <a:lnTo>
                    <a:pt x="13938" y="2381270"/>
                  </a:lnTo>
                  <a:lnTo>
                    <a:pt x="21649" y="2335054"/>
                  </a:lnTo>
                  <a:lnTo>
                    <a:pt x="30988" y="2289408"/>
                  </a:lnTo>
                  <a:lnTo>
                    <a:pt x="41924" y="2244366"/>
                  </a:lnTo>
                  <a:lnTo>
                    <a:pt x="54427" y="2199957"/>
                  </a:lnTo>
                  <a:lnTo>
                    <a:pt x="68465" y="2156214"/>
                  </a:lnTo>
                  <a:lnTo>
                    <a:pt x="84007" y="2113166"/>
                  </a:lnTo>
                  <a:lnTo>
                    <a:pt x="101022" y="2070845"/>
                  </a:lnTo>
                  <a:lnTo>
                    <a:pt x="119480" y="2029282"/>
                  </a:lnTo>
                  <a:lnTo>
                    <a:pt x="139348" y="1988509"/>
                  </a:lnTo>
                  <a:lnTo>
                    <a:pt x="160596" y="1948556"/>
                  </a:lnTo>
                  <a:lnTo>
                    <a:pt x="183193" y="1909454"/>
                  </a:lnTo>
                  <a:lnTo>
                    <a:pt x="207107" y="1871235"/>
                  </a:lnTo>
                  <a:lnTo>
                    <a:pt x="232309" y="1833929"/>
                  </a:lnTo>
                  <a:lnTo>
                    <a:pt x="258766" y="1797568"/>
                  </a:lnTo>
                  <a:lnTo>
                    <a:pt x="286447" y="1762183"/>
                  </a:lnTo>
                  <a:lnTo>
                    <a:pt x="315322" y="1727805"/>
                  </a:lnTo>
                  <a:lnTo>
                    <a:pt x="345360" y="1694465"/>
                  </a:lnTo>
                  <a:lnTo>
                    <a:pt x="376529" y="1662193"/>
                  </a:lnTo>
                  <a:lnTo>
                    <a:pt x="408798" y="1631022"/>
                  </a:lnTo>
                  <a:lnTo>
                    <a:pt x="442136" y="1600982"/>
                  </a:lnTo>
                  <a:lnTo>
                    <a:pt x="476513" y="1572104"/>
                  </a:lnTo>
                  <a:lnTo>
                    <a:pt x="511897" y="1544420"/>
                  </a:lnTo>
                  <a:lnTo>
                    <a:pt x="548257" y="1517960"/>
                  </a:lnTo>
                  <a:lnTo>
                    <a:pt x="585562" y="1492756"/>
                  </a:lnTo>
                  <a:lnTo>
                    <a:pt x="623781" y="1468839"/>
                  </a:lnTo>
                  <a:lnTo>
                    <a:pt x="662882" y="1446239"/>
                  </a:lnTo>
                  <a:lnTo>
                    <a:pt x="702836" y="1424988"/>
                  </a:lnTo>
                  <a:lnTo>
                    <a:pt x="743610" y="1405117"/>
                  </a:lnTo>
                  <a:lnTo>
                    <a:pt x="785174" y="1386657"/>
                  </a:lnTo>
                  <a:lnTo>
                    <a:pt x="827497" y="1369639"/>
                  </a:lnTo>
                  <a:lnTo>
                    <a:pt x="870547" y="1354094"/>
                  </a:lnTo>
                  <a:lnTo>
                    <a:pt x="914294" y="1340054"/>
                  </a:lnTo>
                  <a:lnTo>
                    <a:pt x="958706" y="1327549"/>
                  </a:lnTo>
                  <a:lnTo>
                    <a:pt x="1003753" y="1316610"/>
                  </a:lnTo>
                  <a:lnTo>
                    <a:pt x="1049403" y="1307269"/>
                  </a:lnTo>
                  <a:lnTo>
                    <a:pt x="1095625" y="1299557"/>
                  </a:lnTo>
                  <a:lnTo>
                    <a:pt x="1142389" y="1293504"/>
                  </a:lnTo>
                  <a:lnTo>
                    <a:pt x="1189662" y="1289142"/>
                  </a:lnTo>
                  <a:lnTo>
                    <a:pt x="1237415" y="1286502"/>
                  </a:lnTo>
                  <a:lnTo>
                    <a:pt x="1285616" y="1285616"/>
                  </a:lnTo>
                  <a:lnTo>
                    <a:pt x="1333808" y="1286502"/>
                  </a:lnTo>
                  <a:lnTo>
                    <a:pt x="1381553" y="1289142"/>
                  </a:lnTo>
                  <a:lnTo>
                    <a:pt x="1428819" y="1293504"/>
                  </a:lnTo>
                  <a:lnTo>
                    <a:pt x="1475577" y="1299557"/>
                  </a:lnTo>
                  <a:lnTo>
                    <a:pt x="1521794" y="1307269"/>
                  </a:lnTo>
                  <a:lnTo>
                    <a:pt x="1567439" y="1316610"/>
                  </a:lnTo>
                  <a:lnTo>
                    <a:pt x="1612481" y="1327549"/>
                  </a:lnTo>
                  <a:lnTo>
                    <a:pt x="1656890" y="1340054"/>
                  </a:lnTo>
                  <a:lnTo>
                    <a:pt x="1700634" y="1354094"/>
                  </a:lnTo>
                  <a:lnTo>
                    <a:pt x="1743681" y="1369639"/>
                  </a:lnTo>
                  <a:lnTo>
                    <a:pt x="1786002" y="1386657"/>
                  </a:lnTo>
                  <a:lnTo>
                    <a:pt x="1827565" y="1405117"/>
                  </a:lnTo>
                  <a:lnTo>
                    <a:pt x="1868338" y="1424988"/>
                  </a:lnTo>
                  <a:lnTo>
                    <a:pt x="1908291" y="1446239"/>
                  </a:lnTo>
                  <a:lnTo>
                    <a:pt x="1947393" y="1468839"/>
                  </a:lnTo>
                  <a:lnTo>
                    <a:pt x="1985612" y="1492756"/>
                  </a:lnTo>
                  <a:lnTo>
                    <a:pt x="2022918" y="1517960"/>
                  </a:lnTo>
                  <a:lnTo>
                    <a:pt x="2059279" y="1544420"/>
                  </a:lnTo>
                  <a:lnTo>
                    <a:pt x="2094664" y="1572104"/>
                  </a:lnTo>
                  <a:lnTo>
                    <a:pt x="2129042" y="1600982"/>
                  </a:lnTo>
                  <a:lnTo>
                    <a:pt x="2162383" y="1631022"/>
                  </a:lnTo>
                  <a:lnTo>
                    <a:pt x="2194654" y="1662193"/>
                  </a:lnTo>
                  <a:lnTo>
                    <a:pt x="2225825" y="1694465"/>
                  </a:lnTo>
                  <a:lnTo>
                    <a:pt x="2255865" y="1727805"/>
                  </a:lnTo>
                  <a:lnTo>
                    <a:pt x="2284743" y="1762183"/>
                  </a:lnTo>
                  <a:lnTo>
                    <a:pt x="2312427" y="1797568"/>
                  </a:lnTo>
                  <a:lnTo>
                    <a:pt x="2338887" y="1833929"/>
                  </a:lnTo>
                  <a:lnTo>
                    <a:pt x="2364091" y="1871235"/>
                  </a:lnTo>
                  <a:lnTo>
                    <a:pt x="2388009" y="1909454"/>
                  </a:lnTo>
                  <a:lnTo>
                    <a:pt x="2410608" y="1948556"/>
                  </a:lnTo>
                  <a:lnTo>
                    <a:pt x="2431859" y="1988509"/>
                  </a:lnTo>
                  <a:lnTo>
                    <a:pt x="2451730" y="2029282"/>
                  </a:lnTo>
                  <a:lnTo>
                    <a:pt x="2470190" y="2070845"/>
                  </a:lnTo>
                  <a:lnTo>
                    <a:pt x="2487208" y="2113166"/>
                  </a:lnTo>
                  <a:lnTo>
                    <a:pt x="2502753" y="2156214"/>
                  </a:lnTo>
                  <a:lnTo>
                    <a:pt x="2516793" y="2199957"/>
                  </a:lnTo>
                  <a:lnTo>
                    <a:pt x="2529299" y="2244366"/>
                  </a:lnTo>
                  <a:lnTo>
                    <a:pt x="2540237" y="2289408"/>
                  </a:lnTo>
                  <a:lnTo>
                    <a:pt x="2549578" y="2335054"/>
                  </a:lnTo>
                  <a:lnTo>
                    <a:pt x="2557290" y="2381270"/>
                  </a:lnTo>
                  <a:lnTo>
                    <a:pt x="2563343" y="2428028"/>
                  </a:lnTo>
                  <a:lnTo>
                    <a:pt x="2567705" y="2475294"/>
                  </a:lnTo>
                  <a:lnTo>
                    <a:pt x="2570345" y="2523039"/>
                  </a:lnTo>
                  <a:lnTo>
                    <a:pt x="2571232" y="2571232"/>
                  </a:lnTo>
                  <a:lnTo>
                    <a:pt x="0" y="2571232"/>
                  </a:lnTo>
                  <a:close/>
                </a:path>
              </a:pathLst>
            </a:custGeom>
            <a:solidFill>
              <a:srgbClr val="F1CB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8" y="2572138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0" y="0"/>
                  </a:moveTo>
                  <a:lnTo>
                    <a:pt x="2571361" y="0"/>
                  </a:lnTo>
                  <a:lnTo>
                    <a:pt x="2571361" y="2571361"/>
                  </a:lnTo>
                  <a:lnTo>
                    <a:pt x="0" y="2571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56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470" y="2604220"/>
              <a:ext cx="2539365" cy="2539365"/>
            </a:xfrm>
            <a:custGeom>
              <a:avLst/>
              <a:gdLst/>
              <a:ahLst/>
              <a:cxnLst/>
              <a:rect l="l" t="t" r="r" b="b"/>
              <a:pathLst>
                <a:path w="2539365" h="2539365">
                  <a:moveTo>
                    <a:pt x="2539279" y="1269704"/>
                  </a:moveTo>
                  <a:lnTo>
                    <a:pt x="2539279" y="2539279"/>
                  </a:lnTo>
                  <a:lnTo>
                    <a:pt x="1269704" y="2539279"/>
                  </a:lnTo>
                  <a:lnTo>
                    <a:pt x="2539279" y="1269704"/>
                  </a:lnTo>
                  <a:close/>
                </a:path>
                <a:path w="2539365" h="2539365">
                  <a:moveTo>
                    <a:pt x="1269704" y="1269704"/>
                  </a:moveTo>
                  <a:lnTo>
                    <a:pt x="1269704" y="2539279"/>
                  </a:lnTo>
                  <a:lnTo>
                    <a:pt x="0" y="2539279"/>
                  </a:lnTo>
                  <a:lnTo>
                    <a:pt x="1269704" y="1269704"/>
                  </a:lnTo>
                  <a:close/>
                </a:path>
                <a:path w="2539365" h="2539365">
                  <a:moveTo>
                    <a:pt x="2539279" y="0"/>
                  </a:moveTo>
                  <a:lnTo>
                    <a:pt x="2539279" y="1269574"/>
                  </a:lnTo>
                  <a:lnTo>
                    <a:pt x="1269704" y="1269574"/>
                  </a:lnTo>
                  <a:lnTo>
                    <a:pt x="2539279" y="0"/>
                  </a:lnTo>
                  <a:close/>
                </a:path>
                <a:path w="2539365" h="2539365">
                  <a:moveTo>
                    <a:pt x="1269704" y="0"/>
                  </a:moveTo>
                  <a:lnTo>
                    <a:pt x="1269704" y="1269574"/>
                  </a:lnTo>
                  <a:lnTo>
                    <a:pt x="129" y="1269574"/>
                  </a:lnTo>
                  <a:lnTo>
                    <a:pt x="1269704" y="0"/>
                  </a:lnTo>
                  <a:close/>
                </a:path>
              </a:pathLst>
            </a:custGeom>
            <a:solidFill>
              <a:srgbClr val="3BC4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8" y="7715637"/>
              <a:ext cx="2571750" cy="2571750"/>
            </a:xfrm>
            <a:custGeom>
              <a:avLst/>
              <a:gdLst/>
              <a:ahLst/>
              <a:cxnLst/>
              <a:rect l="l" t="t" r="r" b="b"/>
              <a:pathLst>
                <a:path w="2571750" h="2571750">
                  <a:moveTo>
                    <a:pt x="0" y="0"/>
                  </a:moveTo>
                  <a:lnTo>
                    <a:pt x="2571361" y="0"/>
                  </a:lnTo>
                  <a:lnTo>
                    <a:pt x="2571361" y="2571361"/>
                  </a:lnTo>
                  <a:lnTo>
                    <a:pt x="0" y="2571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56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2470" y="7747720"/>
              <a:ext cx="2539365" cy="2539365"/>
            </a:xfrm>
            <a:custGeom>
              <a:avLst/>
              <a:gdLst/>
              <a:ahLst/>
              <a:cxnLst/>
              <a:rect l="l" t="t" r="r" b="b"/>
              <a:pathLst>
                <a:path w="2539365" h="2539365">
                  <a:moveTo>
                    <a:pt x="2539279" y="1269704"/>
                  </a:moveTo>
                  <a:lnTo>
                    <a:pt x="2539279" y="2539279"/>
                  </a:lnTo>
                  <a:lnTo>
                    <a:pt x="1269704" y="2539279"/>
                  </a:lnTo>
                  <a:lnTo>
                    <a:pt x="2539279" y="1269704"/>
                  </a:lnTo>
                  <a:close/>
                </a:path>
                <a:path w="2539365" h="2539365">
                  <a:moveTo>
                    <a:pt x="1269704" y="1269704"/>
                  </a:moveTo>
                  <a:lnTo>
                    <a:pt x="1269704" y="2539279"/>
                  </a:lnTo>
                  <a:lnTo>
                    <a:pt x="0" y="2539279"/>
                  </a:lnTo>
                  <a:lnTo>
                    <a:pt x="1269704" y="1269704"/>
                  </a:lnTo>
                  <a:close/>
                </a:path>
                <a:path w="2539365" h="2539365">
                  <a:moveTo>
                    <a:pt x="2539279" y="0"/>
                  </a:moveTo>
                  <a:lnTo>
                    <a:pt x="2539279" y="1269574"/>
                  </a:lnTo>
                  <a:lnTo>
                    <a:pt x="1269704" y="1269574"/>
                  </a:lnTo>
                  <a:lnTo>
                    <a:pt x="2539279" y="0"/>
                  </a:lnTo>
                  <a:close/>
                </a:path>
                <a:path w="2539365" h="2539365">
                  <a:moveTo>
                    <a:pt x="1269704" y="0"/>
                  </a:moveTo>
                  <a:lnTo>
                    <a:pt x="1269704" y="1269574"/>
                  </a:lnTo>
                  <a:lnTo>
                    <a:pt x="129" y="1269574"/>
                  </a:lnTo>
                  <a:lnTo>
                    <a:pt x="1269704" y="0"/>
                  </a:lnTo>
                  <a:close/>
                </a:path>
              </a:pathLst>
            </a:custGeom>
            <a:solidFill>
              <a:srgbClr val="3BC46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2865738" y="297311"/>
            <a:ext cx="1977389" cy="1977389"/>
            <a:chOff x="2865738" y="297311"/>
            <a:chExt cx="1977389" cy="1977389"/>
          </a:xfrm>
        </p:grpSpPr>
        <p:sp>
          <p:nvSpPr>
            <p:cNvPr id="11" name="object 11" descr=""/>
            <p:cNvSpPr/>
            <p:nvPr/>
          </p:nvSpPr>
          <p:spPr>
            <a:xfrm>
              <a:off x="2865738" y="297311"/>
              <a:ext cx="1977389" cy="1977389"/>
            </a:xfrm>
            <a:custGeom>
              <a:avLst/>
              <a:gdLst/>
              <a:ahLst/>
              <a:cxnLst/>
              <a:rect l="l" t="t" r="r" b="b"/>
              <a:pathLst>
                <a:path w="1977389" h="1977389">
                  <a:moveTo>
                    <a:pt x="994486" y="1977181"/>
                  </a:moveTo>
                  <a:lnTo>
                    <a:pt x="981475" y="1977181"/>
                  </a:lnTo>
                  <a:lnTo>
                    <a:pt x="927153" y="1975371"/>
                  </a:lnTo>
                  <a:lnTo>
                    <a:pt x="873478" y="1970625"/>
                  </a:lnTo>
                  <a:lnTo>
                    <a:pt x="820643" y="1963059"/>
                  </a:lnTo>
                  <a:lnTo>
                    <a:pt x="768836" y="1952787"/>
                  </a:lnTo>
                  <a:lnTo>
                    <a:pt x="764363" y="1951567"/>
                  </a:lnTo>
                  <a:lnTo>
                    <a:pt x="759891" y="1950754"/>
                  </a:lnTo>
                  <a:lnTo>
                    <a:pt x="700239" y="1934300"/>
                  </a:lnTo>
                  <a:lnTo>
                    <a:pt x="646355" y="1916093"/>
                  </a:lnTo>
                  <a:lnTo>
                    <a:pt x="593843" y="1894989"/>
                  </a:lnTo>
                  <a:lnTo>
                    <a:pt x="542779" y="1871065"/>
                  </a:lnTo>
                  <a:lnTo>
                    <a:pt x="539120" y="1869032"/>
                  </a:lnTo>
                  <a:lnTo>
                    <a:pt x="532615" y="1865779"/>
                  </a:lnTo>
                  <a:lnTo>
                    <a:pt x="531395" y="1865373"/>
                  </a:lnTo>
                  <a:lnTo>
                    <a:pt x="530582" y="1864560"/>
                  </a:lnTo>
                  <a:lnTo>
                    <a:pt x="529362" y="1864153"/>
                  </a:lnTo>
                  <a:lnTo>
                    <a:pt x="468291" y="1829197"/>
                  </a:lnTo>
                  <a:lnTo>
                    <a:pt x="428082" y="1802919"/>
                  </a:lnTo>
                  <a:lnTo>
                    <a:pt x="389298" y="1774807"/>
                  </a:lnTo>
                  <a:lnTo>
                    <a:pt x="352017" y="1744919"/>
                  </a:lnTo>
                  <a:lnTo>
                    <a:pt x="316316" y="1713313"/>
                  </a:lnTo>
                  <a:lnTo>
                    <a:pt x="307371" y="1704775"/>
                  </a:lnTo>
                  <a:lnTo>
                    <a:pt x="302899" y="1700709"/>
                  </a:lnTo>
                  <a:lnTo>
                    <a:pt x="272406" y="1670216"/>
                  </a:lnTo>
                  <a:lnTo>
                    <a:pt x="247198" y="1641756"/>
                  </a:lnTo>
                  <a:lnTo>
                    <a:pt x="239880" y="1633624"/>
                  </a:lnTo>
                  <a:lnTo>
                    <a:pt x="210668" y="1598109"/>
                  </a:lnTo>
                  <a:lnTo>
                    <a:pt x="183096" y="1561344"/>
                  </a:lnTo>
                  <a:lnTo>
                    <a:pt x="157241" y="1523351"/>
                  </a:lnTo>
                  <a:lnTo>
                    <a:pt x="133181" y="1484147"/>
                  </a:lnTo>
                  <a:lnTo>
                    <a:pt x="106116" y="1434808"/>
                  </a:lnTo>
                  <a:lnTo>
                    <a:pt x="103677" y="1428709"/>
                  </a:lnTo>
                  <a:lnTo>
                    <a:pt x="102863" y="1427490"/>
                  </a:lnTo>
                  <a:lnTo>
                    <a:pt x="95952" y="1413666"/>
                  </a:lnTo>
                  <a:lnTo>
                    <a:pt x="94325" y="1409600"/>
                  </a:lnTo>
                  <a:lnTo>
                    <a:pt x="86677" y="1394081"/>
                  </a:lnTo>
                  <a:lnTo>
                    <a:pt x="61990" y="1334047"/>
                  </a:lnTo>
                  <a:lnTo>
                    <a:pt x="48585" y="1295911"/>
                  </a:lnTo>
                  <a:lnTo>
                    <a:pt x="36706" y="1257090"/>
                  </a:lnTo>
                  <a:lnTo>
                    <a:pt x="26427" y="1217696"/>
                  </a:lnTo>
                  <a:lnTo>
                    <a:pt x="24801" y="1209971"/>
                  </a:lnTo>
                  <a:lnTo>
                    <a:pt x="23988" y="1206312"/>
                  </a:lnTo>
                  <a:lnTo>
                    <a:pt x="23988" y="1205499"/>
                  </a:lnTo>
                  <a:lnTo>
                    <a:pt x="23581" y="1205092"/>
                  </a:lnTo>
                  <a:lnTo>
                    <a:pt x="23581" y="1204279"/>
                  </a:lnTo>
                  <a:lnTo>
                    <a:pt x="22768" y="1201027"/>
                  </a:lnTo>
                  <a:lnTo>
                    <a:pt x="22361" y="1197367"/>
                  </a:lnTo>
                  <a:lnTo>
                    <a:pt x="21548" y="1194115"/>
                  </a:lnTo>
                  <a:lnTo>
                    <a:pt x="12406" y="1144811"/>
                  </a:lnTo>
                  <a:lnTo>
                    <a:pt x="5742" y="1094554"/>
                  </a:lnTo>
                  <a:lnTo>
                    <a:pt x="1594" y="1043459"/>
                  </a:lnTo>
                  <a:lnTo>
                    <a:pt x="0" y="991640"/>
                  </a:lnTo>
                  <a:lnTo>
                    <a:pt x="0" y="974564"/>
                  </a:lnTo>
                  <a:lnTo>
                    <a:pt x="1969" y="922744"/>
                  </a:lnTo>
                  <a:lnTo>
                    <a:pt x="6606" y="871649"/>
                  </a:lnTo>
                  <a:lnTo>
                    <a:pt x="13836" y="821392"/>
                  </a:lnTo>
                  <a:lnTo>
                    <a:pt x="23988" y="770056"/>
                  </a:lnTo>
                  <a:lnTo>
                    <a:pt x="25614" y="763957"/>
                  </a:lnTo>
                  <a:lnTo>
                    <a:pt x="26020" y="761517"/>
                  </a:lnTo>
                  <a:lnTo>
                    <a:pt x="26834" y="758671"/>
                  </a:lnTo>
                  <a:lnTo>
                    <a:pt x="26834" y="757452"/>
                  </a:lnTo>
                  <a:lnTo>
                    <a:pt x="27240" y="755825"/>
                  </a:lnTo>
                  <a:lnTo>
                    <a:pt x="27647" y="754606"/>
                  </a:lnTo>
                  <a:lnTo>
                    <a:pt x="37621" y="716190"/>
                  </a:lnTo>
                  <a:lnTo>
                    <a:pt x="49195" y="678423"/>
                  </a:lnTo>
                  <a:lnTo>
                    <a:pt x="62295" y="641342"/>
                  </a:lnTo>
                  <a:lnTo>
                    <a:pt x="76842" y="604985"/>
                  </a:lnTo>
                  <a:lnTo>
                    <a:pt x="103677" y="547252"/>
                  </a:lnTo>
                  <a:lnTo>
                    <a:pt x="104083" y="546845"/>
                  </a:lnTo>
                  <a:lnTo>
                    <a:pt x="104083" y="546438"/>
                  </a:lnTo>
                  <a:lnTo>
                    <a:pt x="104490" y="546032"/>
                  </a:lnTo>
                  <a:lnTo>
                    <a:pt x="106523" y="542373"/>
                  </a:lnTo>
                  <a:lnTo>
                    <a:pt x="108149" y="538713"/>
                  </a:lnTo>
                  <a:lnTo>
                    <a:pt x="135685" y="488665"/>
                  </a:lnTo>
                  <a:lnTo>
                    <a:pt x="162136" y="446141"/>
                  </a:lnTo>
                  <a:lnTo>
                    <a:pt x="190674" y="405099"/>
                  </a:lnTo>
                  <a:lnTo>
                    <a:pt x="221223" y="365600"/>
                  </a:lnTo>
                  <a:lnTo>
                    <a:pt x="258176" y="322415"/>
                  </a:lnTo>
                  <a:lnTo>
                    <a:pt x="260615" y="319975"/>
                  </a:lnTo>
                  <a:lnTo>
                    <a:pt x="261835" y="318349"/>
                  </a:lnTo>
                  <a:lnTo>
                    <a:pt x="264681" y="315503"/>
                  </a:lnTo>
                  <a:lnTo>
                    <a:pt x="269966" y="309404"/>
                  </a:lnTo>
                  <a:lnTo>
                    <a:pt x="307778" y="271593"/>
                  </a:lnTo>
                  <a:lnTo>
                    <a:pt x="355738" y="229081"/>
                  </a:lnTo>
                  <a:lnTo>
                    <a:pt x="396607" y="196750"/>
                  </a:lnTo>
                  <a:lnTo>
                    <a:pt x="439232" y="166566"/>
                  </a:lnTo>
                  <a:lnTo>
                    <a:pt x="483517" y="138626"/>
                  </a:lnTo>
                  <a:lnTo>
                    <a:pt x="529362" y="113028"/>
                  </a:lnTo>
                  <a:lnTo>
                    <a:pt x="532615" y="111401"/>
                  </a:lnTo>
                  <a:lnTo>
                    <a:pt x="535461" y="109775"/>
                  </a:lnTo>
                  <a:lnTo>
                    <a:pt x="540340" y="107336"/>
                  </a:lnTo>
                  <a:lnTo>
                    <a:pt x="541559" y="106929"/>
                  </a:lnTo>
                  <a:lnTo>
                    <a:pt x="542779" y="106116"/>
                  </a:lnTo>
                  <a:lnTo>
                    <a:pt x="549691" y="102457"/>
                  </a:lnTo>
                  <a:lnTo>
                    <a:pt x="565141" y="95138"/>
                  </a:lnTo>
                  <a:lnTo>
                    <a:pt x="566361" y="94732"/>
                  </a:lnTo>
                  <a:lnTo>
                    <a:pt x="575305" y="90336"/>
                  </a:lnTo>
                  <a:lnTo>
                    <a:pt x="635523" y="64810"/>
                  </a:lnTo>
                  <a:lnTo>
                    <a:pt x="674663" y="50720"/>
                  </a:lnTo>
                  <a:lnTo>
                    <a:pt x="714640" y="38307"/>
                  </a:lnTo>
                  <a:lnTo>
                    <a:pt x="755419" y="27647"/>
                  </a:lnTo>
                  <a:lnTo>
                    <a:pt x="764363" y="25207"/>
                  </a:lnTo>
                  <a:lnTo>
                    <a:pt x="768836" y="24394"/>
                  </a:lnTo>
                  <a:lnTo>
                    <a:pt x="820585" y="14122"/>
                  </a:lnTo>
                  <a:lnTo>
                    <a:pt x="873326" y="6556"/>
                  </a:lnTo>
                  <a:lnTo>
                    <a:pt x="926981" y="1810"/>
                  </a:lnTo>
                  <a:lnTo>
                    <a:pt x="981475" y="0"/>
                  </a:lnTo>
                  <a:lnTo>
                    <a:pt x="994486" y="0"/>
                  </a:lnTo>
                  <a:lnTo>
                    <a:pt x="1047150" y="1734"/>
                  </a:lnTo>
                  <a:lnTo>
                    <a:pt x="1098976" y="6251"/>
                  </a:lnTo>
                  <a:lnTo>
                    <a:pt x="1149887" y="13436"/>
                  </a:lnTo>
                  <a:lnTo>
                    <a:pt x="1199807" y="23174"/>
                  </a:lnTo>
                  <a:lnTo>
                    <a:pt x="1208752" y="24801"/>
                  </a:lnTo>
                  <a:lnTo>
                    <a:pt x="1213224" y="26020"/>
                  </a:lnTo>
                  <a:lnTo>
                    <a:pt x="1255597" y="36992"/>
                  </a:lnTo>
                  <a:lnTo>
                    <a:pt x="1297284" y="49754"/>
                  </a:lnTo>
                  <a:lnTo>
                    <a:pt x="1338208" y="64270"/>
                  </a:lnTo>
                  <a:lnTo>
                    <a:pt x="1378294" y="80502"/>
                  </a:lnTo>
                  <a:lnTo>
                    <a:pt x="1407568" y="93919"/>
                  </a:lnTo>
                  <a:lnTo>
                    <a:pt x="1409194" y="94325"/>
                  </a:lnTo>
                  <a:lnTo>
                    <a:pt x="1410414" y="95138"/>
                  </a:lnTo>
                  <a:lnTo>
                    <a:pt x="1412040" y="95952"/>
                  </a:lnTo>
                  <a:lnTo>
                    <a:pt x="1416512" y="97984"/>
                  </a:lnTo>
                  <a:lnTo>
                    <a:pt x="1421391" y="100017"/>
                  </a:lnTo>
                  <a:lnTo>
                    <a:pt x="1429523" y="104490"/>
                  </a:lnTo>
                  <a:lnTo>
                    <a:pt x="1484931" y="134479"/>
                  </a:lnTo>
                  <a:lnTo>
                    <a:pt x="1529118" y="161931"/>
                  </a:lnTo>
                  <a:lnTo>
                    <a:pt x="1571743" y="191627"/>
                  </a:lnTo>
                  <a:lnTo>
                    <a:pt x="1612710" y="223470"/>
                  </a:lnTo>
                  <a:lnTo>
                    <a:pt x="1651920" y="257362"/>
                  </a:lnTo>
                  <a:lnTo>
                    <a:pt x="1688563" y="292074"/>
                  </a:lnTo>
                  <a:lnTo>
                    <a:pt x="1710874" y="315503"/>
                  </a:lnTo>
                  <a:lnTo>
                    <a:pt x="1714940" y="319569"/>
                  </a:lnTo>
                  <a:lnTo>
                    <a:pt x="1754982" y="366088"/>
                  </a:lnTo>
                  <a:lnTo>
                    <a:pt x="1785775" y="406075"/>
                  </a:lnTo>
                  <a:lnTo>
                    <a:pt x="1814557" y="447605"/>
                  </a:lnTo>
                  <a:lnTo>
                    <a:pt x="1841251" y="490617"/>
                  </a:lnTo>
                  <a:lnTo>
                    <a:pt x="1865779" y="535054"/>
                  </a:lnTo>
                  <a:lnTo>
                    <a:pt x="1871878" y="547252"/>
                  </a:lnTo>
                  <a:lnTo>
                    <a:pt x="1874318" y="551317"/>
                  </a:lnTo>
                  <a:lnTo>
                    <a:pt x="1891800" y="589129"/>
                  </a:lnTo>
                  <a:lnTo>
                    <a:pt x="1908400" y="629221"/>
                  </a:lnTo>
                  <a:lnTo>
                    <a:pt x="1923361" y="670190"/>
                  </a:lnTo>
                  <a:lnTo>
                    <a:pt x="1936568" y="711998"/>
                  </a:lnTo>
                  <a:lnTo>
                    <a:pt x="1947908" y="754606"/>
                  </a:lnTo>
                  <a:lnTo>
                    <a:pt x="1948721" y="758671"/>
                  </a:lnTo>
                  <a:lnTo>
                    <a:pt x="1949941" y="762737"/>
                  </a:lnTo>
                  <a:lnTo>
                    <a:pt x="1961033" y="817326"/>
                  </a:lnTo>
                  <a:lnTo>
                    <a:pt x="1968643" y="868803"/>
                  </a:lnTo>
                  <a:lnTo>
                    <a:pt x="1973509" y="921118"/>
                  </a:lnTo>
                  <a:lnTo>
                    <a:pt x="1975555" y="974157"/>
                  </a:lnTo>
                  <a:lnTo>
                    <a:pt x="1975555" y="982289"/>
                  </a:lnTo>
                  <a:lnTo>
                    <a:pt x="1977181" y="988387"/>
                  </a:lnTo>
                  <a:lnTo>
                    <a:pt x="1977181" y="990013"/>
                  </a:lnTo>
                  <a:lnTo>
                    <a:pt x="1975816" y="1042512"/>
                  </a:lnTo>
                  <a:lnTo>
                    <a:pt x="1971743" y="1094402"/>
                  </a:lnTo>
                  <a:lnTo>
                    <a:pt x="1965003" y="1145529"/>
                  </a:lnTo>
                  <a:lnTo>
                    <a:pt x="1955633" y="1195741"/>
                  </a:lnTo>
                  <a:lnTo>
                    <a:pt x="1954413" y="1199807"/>
                  </a:lnTo>
                  <a:lnTo>
                    <a:pt x="1952787" y="1207938"/>
                  </a:lnTo>
                  <a:lnTo>
                    <a:pt x="1941047" y="1254675"/>
                  </a:lnTo>
                  <a:lnTo>
                    <a:pt x="1927172" y="1300384"/>
                  </a:lnTo>
                  <a:lnTo>
                    <a:pt x="1911163" y="1345101"/>
                  </a:lnTo>
                  <a:lnTo>
                    <a:pt x="1893020" y="1388865"/>
                  </a:lnTo>
                  <a:lnTo>
                    <a:pt x="1880416" y="1415699"/>
                  </a:lnTo>
                  <a:lnTo>
                    <a:pt x="1877977" y="1420984"/>
                  </a:lnTo>
                  <a:lnTo>
                    <a:pt x="1851217" y="1471771"/>
                  </a:lnTo>
                  <a:lnTo>
                    <a:pt x="1825623" y="1514764"/>
                  </a:lnTo>
                  <a:lnTo>
                    <a:pt x="1797998" y="1556352"/>
                  </a:lnTo>
                  <a:lnTo>
                    <a:pt x="1768403" y="1596417"/>
                  </a:lnTo>
                  <a:lnTo>
                    <a:pt x="1736895" y="1634844"/>
                  </a:lnTo>
                  <a:lnTo>
                    <a:pt x="1696999" y="1678500"/>
                  </a:lnTo>
                  <a:lnTo>
                    <a:pt x="1666557" y="1708434"/>
                  </a:lnTo>
                  <a:lnTo>
                    <a:pt x="1618509" y="1750624"/>
                  </a:lnTo>
                  <a:lnTo>
                    <a:pt x="1582474" y="1779074"/>
                  </a:lnTo>
                  <a:lnTo>
                    <a:pt x="1545091" y="1805905"/>
                  </a:lnTo>
                  <a:lnTo>
                    <a:pt x="1506421" y="1831038"/>
                  </a:lnTo>
                  <a:lnTo>
                    <a:pt x="1466521" y="1854395"/>
                  </a:lnTo>
                  <a:lnTo>
                    <a:pt x="1443753" y="1866592"/>
                  </a:lnTo>
                  <a:lnTo>
                    <a:pt x="1442533" y="1867405"/>
                  </a:lnTo>
                  <a:lnTo>
                    <a:pt x="1441313" y="1867812"/>
                  </a:lnTo>
                  <a:lnTo>
                    <a:pt x="1440094" y="1868625"/>
                  </a:lnTo>
                  <a:lnTo>
                    <a:pt x="1435621" y="1870658"/>
                  </a:lnTo>
                  <a:lnTo>
                    <a:pt x="1375785" y="1898680"/>
                  </a:lnTo>
                  <a:lnTo>
                    <a:pt x="1323254" y="1919295"/>
                  </a:lnTo>
                  <a:lnTo>
                    <a:pt x="1269274" y="1936936"/>
                  </a:lnTo>
                  <a:lnTo>
                    <a:pt x="1214037" y="1951567"/>
                  </a:lnTo>
                  <a:lnTo>
                    <a:pt x="1209565" y="1952380"/>
                  </a:lnTo>
                  <a:lnTo>
                    <a:pt x="1205093" y="1953600"/>
                  </a:lnTo>
                  <a:lnTo>
                    <a:pt x="1150230" y="1963917"/>
                  </a:lnTo>
                  <a:lnTo>
                    <a:pt x="1099078" y="1970981"/>
                  </a:lnTo>
                  <a:lnTo>
                    <a:pt x="1047163" y="1975453"/>
                  </a:lnTo>
                  <a:lnTo>
                    <a:pt x="994486" y="1977181"/>
                  </a:lnTo>
                  <a:close/>
                </a:path>
              </a:pathLst>
            </a:custGeom>
            <a:solidFill>
              <a:srgbClr val="F1CB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865738" y="297311"/>
              <a:ext cx="1976120" cy="1968500"/>
            </a:xfrm>
            <a:custGeom>
              <a:avLst/>
              <a:gdLst/>
              <a:ahLst/>
              <a:cxnLst/>
              <a:rect l="l" t="t" r="r" b="b"/>
              <a:pathLst>
                <a:path w="1976120" h="1968500">
                  <a:moveTo>
                    <a:pt x="994892" y="88899"/>
                  </a:moveTo>
                  <a:lnTo>
                    <a:pt x="981882" y="88899"/>
                  </a:lnTo>
                  <a:lnTo>
                    <a:pt x="981882" y="0"/>
                  </a:lnTo>
                  <a:lnTo>
                    <a:pt x="994892" y="0"/>
                  </a:lnTo>
                  <a:lnTo>
                    <a:pt x="994892" y="88899"/>
                  </a:lnTo>
                  <a:close/>
                </a:path>
                <a:path w="1976120" h="1968500">
                  <a:moveTo>
                    <a:pt x="768429" y="88899"/>
                  </a:moveTo>
                  <a:lnTo>
                    <a:pt x="755012" y="88899"/>
                  </a:lnTo>
                  <a:lnTo>
                    <a:pt x="755012" y="25399"/>
                  </a:lnTo>
                  <a:lnTo>
                    <a:pt x="763957" y="12699"/>
                  </a:lnTo>
                  <a:lnTo>
                    <a:pt x="768429" y="12699"/>
                  </a:lnTo>
                  <a:lnTo>
                    <a:pt x="768429" y="88899"/>
                  </a:lnTo>
                  <a:close/>
                </a:path>
                <a:path w="1976120" h="1968500">
                  <a:moveTo>
                    <a:pt x="1214444" y="88899"/>
                  </a:moveTo>
                  <a:lnTo>
                    <a:pt x="1201027" y="88899"/>
                  </a:lnTo>
                  <a:lnTo>
                    <a:pt x="1201027" y="12699"/>
                  </a:lnTo>
                  <a:lnTo>
                    <a:pt x="1209971" y="12699"/>
                  </a:lnTo>
                  <a:lnTo>
                    <a:pt x="1214444" y="25399"/>
                  </a:lnTo>
                  <a:lnTo>
                    <a:pt x="1214444" y="88899"/>
                  </a:lnTo>
                  <a:close/>
                </a:path>
                <a:path w="1976120" h="1968500">
                  <a:moveTo>
                    <a:pt x="1427083" y="101599"/>
                  </a:moveTo>
                  <a:lnTo>
                    <a:pt x="548878" y="101599"/>
                  </a:lnTo>
                  <a:lnTo>
                    <a:pt x="562701" y="88899"/>
                  </a:lnTo>
                  <a:lnTo>
                    <a:pt x="1422611" y="88899"/>
                  </a:lnTo>
                  <a:lnTo>
                    <a:pt x="1427083" y="101599"/>
                  </a:lnTo>
                  <a:close/>
                </a:path>
                <a:path w="1976120" h="1968500">
                  <a:moveTo>
                    <a:pt x="542373" y="304799"/>
                  </a:moveTo>
                  <a:lnTo>
                    <a:pt x="528955" y="304799"/>
                  </a:lnTo>
                  <a:lnTo>
                    <a:pt x="528955" y="101599"/>
                  </a:lnTo>
                  <a:lnTo>
                    <a:pt x="542373" y="101599"/>
                  </a:lnTo>
                  <a:lnTo>
                    <a:pt x="542373" y="304799"/>
                  </a:lnTo>
                  <a:close/>
                </a:path>
                <a:path w="1976120" h="1968500">
                  <a:moveTo>
                    <a:pt x="768429" y="304799"/>
                  </a:moveTo>
                  <a:lnTo>
                    <a:pt x="755012" y="304799"/>
                  </a:lnTo>
                  <a:lnTo>
                    <a:pt x="755012" y="101599"/>
                  </a:lnTo>
                  <a:lnTo>
                    <a:pt x="768429" y="101599"/>
                  </a:lnTo>
                  <a:lnTo>
                    <a:pt x="768429" y="304799"/>
                  </a:lnTo>
                  <a:close/>
                </a:path>
                <a:path w="1976120" h="1968500">
                  <a:moveTo>
                    <a:pt x="994079" y="304799"/>
                  </a:moveTo>
                  <a:lnTo>
                    <a:pt x="981069" y="304799"/>
                  </a:lnTo>
                  <a:lnTo>
                    <a:pt x="981069" y="101599"/>
                  </a:lnTo>
                  <a:lnTo>
                    <a:pt x="994079" y="101599"/>
                  </a:lnTo>
                  <a:lnTo>
                    <a:pt x="994079" y="304799"/>
                  </a:lnTo>
                  <a:close/>
                </a:path>
                <a:path w="1976120" h="1968500">
                  <a:moveTo>
                    <a:pt x="1213631" y="304799"/>
                  </a:moveTo>
                  <a:lnTo>
                    <a:pt x="1200214" y="304799"/>
                  </a:lnTo>
                  <a:lnTo>
                    <a:pt x="1200214" y="101599"/>
                  </a:lnTo>
                  <a:lnTo>
                    <a:pt x="1213631" y="101599"/>
                  </a:lnTo>
                  <a:lnTo>
                    <a:pt x="1213631" y="304799"/>
                  </a:lnTo>
                  <a:close/>
                </a:path>
                <a:path w="1976120" h="1968500">
                  <a:moveTo>
                    <a:pt x="1440094" y="304799"/>
                  </a:moveTo>
                  <a:lnTo>
                    <a:pt x="1426270" y="304799"/>
                  </a:lnTo>
                  <a:lnTo>
                    <a:pt x="1426270" y="101599"/>
                  </a:lnTo>
                  <a:lnTo>
                    <a:pt x="1440094" y="101599"/>
                  </a:lnTo>
                  <a:lnTo>
                    <a:pt x="1440094" y="304799"/>
                  </a:lnTo>
                  <a:close/>
                </a:path>
                <a:path w="1976120" h="1968500">
                  <a:moveTo>
                    <a:pt x="316316" y="304799"/>
                  </a:moveTo>
                  <a:lnTo>
                    <a:pt x="302899" y="304799"/>
                  </a:lnTo>
                  <a:lnTo>
                    <a:pt x="302899" y="266699"/>
                  </a:lnTo>
                  <a:lnTo>
                    <a:pt x="307371" y="266699"/>
                  </a:lnTo>
                  <a:lnTo>
                    <a:pt x="316316" y="253999"/>
                  </a:lnTo>
                  <a:lnTo>
                    <a:pt x="316316" y="304799"/>
                  </a:lnTo>
                  <a:close/>
                </a:path>
                <a:path w="1976120" h="1968500">
                  <a:moveTo>
                    <a:pt x="1666150" y="304799"/>
                  </a:moveTo>
                  <a:lnTo>
                    <a:pt x="1652733" y="304799"/>
                  </a:lnTo>
                  <a:lnTo>
                    <a:pt x="1652733" y="253999"/>
                  </a:lnTo>
                  <a:lnTo>
                    <a:pt x="1666150" y="266699"/>
                  </a:lnTo>
                  <a:lnTo>
                    <a:pt x="1666150" y="304799"/>
                  </a:lnTo>
                  <a:close/>
                </a:path>
                <a:path w="1976120" h="1968500">
                  <a:moveTo>
                    <a:pt x="1715753" y="317499"/>
                  </a:moveTo>
                  <a:lnTo>
                    <a:pt x="261428" y="317499"/>
                  </a:lnTo>
                  <a:lnTo>
                    <a:pt x="264274" y="304799"/>
                  </a:lnTo>
                  <a:lnTo>
                    <a:pt x="1711687" y="304799"/>
                  </a:lnTo>
                  <a:lnTo>
                    <a:pt x="1715753" y="317499"/>
                  </a:lnTo>
                  <a:close/>
                </a:path>
                <a:path w="1976120" h="1968500">
                  <a:moveTo>
                    <a:pt x="316316" y="533399"/>
                  </a:moveTo>
                  <a:lnTo>
                    <a:pt x="302899" y="533399"/>
                  </a:lnTo>
                  <a:lnTo>
                    <a:pt x="302899" y="317499"/>
                  </a:lnTo>
                  <a:lnTo>
                    <a:pt x="316316" y="317499"/>
                  </a:lnTo>
                  <a:lnTo>
                    <a:pt x="316316" y="533399"/>
                  </a:lnTo>
                  <a:close/>
                </a:path>
                <a:path w="1976120" h="1968500">
                  <a:moveTo>
                    <a:pt x="542373" y="533399"/>
                  </a:moveTo>
                  <a:lnTo>
                    <a:pt x="528956" y="533399"/>
                  </a:lnTo>
                  <a:lnTo>
                    <a:pt x="528956" y="317499"/>
                  </a:lnTo>
                  <a:lnTo>
                    <a:pt x="542373" y="317499"/>
                  </a:lnTo>
                  <a:lnTo>
                    <a:pt x="542373" y="533399"/>
                  </a:lnTo>
                  <a:close/>
                </a:path>
                <a:path w="1976120" h="1968500">
                  <a:moveTo>
                    <a:pt x="768429" y="533399"/>
                  </a:moveTo>
                  <a:lnTo>
                    <a:pt x="755012" y="533399"/>
                  </a:lnTo>
                  <a:lnTo>
                    <a:pt x="755012" y="317499"/>
                  </a:lnTo>
                  <a:lnTo>
                    <a:pt x="768429" y="317499"/>
                  </a:lnTo>
                  <a:lnTo>
                    <a:pt x="768429" y="533399"/>
                  </a:lnTo>
                  <a:close/>
                </a:path>
                <a:path w="1976120" h="1968500">
                  <a:moveTo>
                    <a:pt x="994079" y="533399"/>
                  </a:moveTo>
                  <a:lnTo>
                    <a:pt x="981069" y="533399"/>
                  </a:lnTo>
                  <a:lnTo>
                    <a:pt x="981069" y="317499"/>
                  </a:lnTo>
                  <a:lnTo>
                    <a:pt x="994079" y="317499"/>
                  </a:lnTo>
                  <a:lnTo>
                    <a:pt x="994079" y="533399"/>
                  </a:lnTo>
                  <a:close/>
                </a:path>
                <a:path w="1976120" h="1968500">
                  <a:moveTo>
                    <a:pt x="1213631" y="533399"/>
                  </a:moveTo>
                  <a:lnTo>
                    <a:pt x="1200214" y="533399"/>
                  </a:lnTo>
                  <a:lnTo>
                    <a:pt x="1200214" y="317499"/>
                  </a:lnTo>
                  <a:lnTo>
                    <a:pt x="1213631" y="317499"/>
                  </a:lnTo>
                  <a:lnTo>
                    <a:pt x="1213631" y="533399"/>
                  </a:lnTo>
                  <a:close/>
                </a:path>
                <a:path w="1976120" h="1968500">
                  <a:moveTo>
                    <a:pt x="1439687" y="533399"/>
                  </a:moveTo>
                  <a:lnTo>
                    <a:pt x="1426270" y="533399"/>
                  </a:lnTo>
                  <a:lnTo>
                    <a:pt x="1426270" y="317499"/>
                  </a:lnTo>
                  <a:lnTo>
                    <a:pt x="1439687" y="317499"/>
                  </a:lnTo>
                  <a:lnTo>
                    <a:pt x="1439687" y="533399"/>
                  </a:lnTo>
                  <a:close/>
                </a:path>
                <a:path w="1976120" h="1968500">
                  <a:moveTo>
                    <a:pt x="1666150" y="533399"/>
                  </a:moveTo>
                  <a:lnTo>
                    <a:pt x="1652327" y="533399"/>
                  </a:lnTo>
                  <a:lnTo>
                    <a:pt x="1652327" y="317499"/>
                  </a:lnTo>
                  <a:lnTo>
                    <a:pt x="1666150" y="317499"/>
                  </a:lnTo>
                  <a:lnTo>
                    <a:pt x="1666150" y="533399"/>
                  </a:lnTo>
                  <a:close/>
                </a:path>
                <a:path w="1976120" h="1968500">
                  <a:moveTo>
                    <a:pt x="1872285" y="546099"/>
                  </a:moveTo>
                  <a:lnTo>
                    <a:pt x="103677" y="546099"/>
                  </a:lnTo>
                  <a:lnTo>
                    <a:pt x="104083" y="533399"/>
                  </a:lnTo>
                  <a:lnTo>
                    <a:pt x="1866186" y="533399"/>
                  </a:lnTo>
                  <a:lnTo>
                    <a:pt x="1872285" y="546099"/>
                  </a:lnTo>
                  <a:close/>
                </a:path>
                <a:path w="1976120" h="1968500">
                  <a:moveTo>
                    <a:pt x="316316" y="749299"/>
                  </a:moveTo>
                  <a:lnTo>
                    <a:pt x="302899" y="749299"/>
                  </a:lnTo>
                  <a:lnTo>
                    <a:pt x="302899" y="546099"/>
                  </a:lnTo>
                  <a:lnTo>
                    <a:pt x="316316" y="546099"/>
                  </a:lnTo>
                  <a:lnTo>
                    <a:pt x="316316" y="749299"/>
                  </a:lnTo>
                  <a:close/>
                </a:path>
                <a:path w="1976120" h="1968500">
                  <a:moveTo>
                    <a:pt x="542373" y="749299"/>
                  </a:moveTo>
                  <a:lnTo>
                    <a:pt x="528956" y="749299"/>
                  </a:lnTo>
                  <a:lnTo>
                    <a:pt x="528956" y="546099"/>
                  </a:lnTo>
                  <a:lnTo>
                    <a:pt x="542373" y="546099"/>
                  </a:lnTo>
                  <a:lnTo>
                    <a:pt x="542373" y="749299"/>
                  </a:lnTo>
                  <a:close/>
                </a:path>
                <a:path w="1976120" h="1968500">
                  <a:moveTo>
                    <a:pt x="768429" y="749299"/>
                  </a:moveTo>
                  <a:lnTo>
                    <a:pt x="755012" y="749299"/>
                  </a:lnTo>
                  <a:lnTo>
                    <a:pt x="755012" y="546099"/>
                  </a:lnTo>
                  <a:lnTo>
                    <a:pt x="768429" y="546099"/>
                  </a:lnTo>
                  <a:lnTo>
                    <a:pt x="768429" y="749299"/>
                  </a:lnTo>
                  <a:close/>
                </a:path>
                <a:path w="1976120" h="1968500">
                  <a:moveTo>
                    <a:pt x="994486" y="749299"/>
                  </a:moveTo>
                  <a:lnTo>
                    <a:pt x="981069" y="749299"/>
                  </a:lnTo>
                  <a:lnTo>
                    <a:pt x="981069" y="546099"/>
                  </a:lnTo>
                  <a:lnTo>
                    <a:pt x="994486" y="546099"/>
                  </a:lnTo>
                  <a:lnTo>
                    <a:pt x="994486" y="749299"/>
                  </a:lnTo>
                  <a:close/>
                </a:path>
                <a:path w="1976120" h="1968500">
                  <a:moveTo>
                    <a:pt x="1213631" y="749299"/>
                  </a:moveTo>
                  <a:lnTo>
                    <a:pt x="1200620" y="749299"/>
                  </a:lnTo>
                  <a:lnTo>
                    <a:pt x="1200620" y="546099"/>
                  </a:lnTo>
                  <a:lnTo>
                    <a:pt x="1213631" y="546099"/>
                  </a:lnTo>
                  <a:lnTo>
                    <a:pt x="1213631" y="749299"/>
                  </a:lnTo>
                  <a:close/>
                </a:path>
                <a:path w="1976120" h="1968500">
                  <a:moveTo>
                    <a:pt x="1439687" y="749299"/>
                  </a:moveTo>
                  <a:lnTo>
                    <a:pt x="1426270" y="749299"/>
                  </a:lnTo>
                  <a:lnTo>
                    <a:pt x="1426270" y="546099"/>
                  </a:lnTo>
                  <a:lnTo>
                    <a:pt x="1439687" y="546099"/>
                  </a:lnTo>
                  <a:lnTo>
                    <a:pt x="1439687" y="749299"/>
                  </a:lnTo>
                  <a:close/>
                </a:path>
                <a:path w="1976120" h="1968500">
                  <a:moveTo>
                    <a:pt x="1665744" y="749299"/>
                  </a:moveTo>
                  <a:lnTo>
                    <a:pt x="1652327" y="749299"/>
                  </a:lnTo>
                  <a:lnTo>
                    <a:pt x="1652327" y="546099"/>
                  </a:lnTo>
                  <a:lnTo>
                    <a:pt x="1665744" y="546099"/>
                  </a:lnTo>
                  <a:lnTo>
                    <a:pt x="1665744" y="749299"/>
                  </a:lnTo>
                  <a:close/>
                </a:path>
                <a:path w="1976120" h="1968500">
                  <a:moveTo>
                    <a:pt x="1891800" y="749299"/>
                  </a:moveTo>
                  <a:lnTo>
                    <a:pt x="1878383" y="749299"/>
                  </a:lnTo>
                  <a:lnTo>
                    <a:pt x="1878383" y="558799"/>
                  </a:lnTo>
                  <a:lnTo>
                    <a:pt x="1881966" y="558799"/>
                  </a:lnTo>
                  <a:lnTo>
                    <a:pt x="1885397" y="571499"/>
                  </a:lnTo>
                  <a:lnTo>
                    <a:pt x="1888675" y="571499"/>
                  </a:lnTo>
                  <a:lnTo>
                    <a:pt x="1891800" y="584199"/>
                  </a:lnTo>
                  <a:lnTo>
                    <a:pt x="1891800" y="749299"/>
                  </a:lnTo>
                  <a:close/>
                </a:path>
                <a:path w="1976120" h="1968500">
                  <a:moveTo>
                    <a:pt x="90259" y="749299"/>
                  </a:moveTo>
                  <a:lnTo>
                    <a:pt x="76842" y="749299"/>
                  </a:lnTo>
                  <a:lnTo>
                    <a:pt x="76842" y="596899"/>
                  </a:lnTo>
                  <a:lnTo>
                    <a:pt x="83551" y="584199"/>
                  </a:lnTo>
                  <a:lnTo>
                    <a:pt x="86905" y="571499"/>
                  </a:lnTo>
                  <a:lnTo>
                    <a:pt x="90259" y="571499"/>
                  </a:lnTo>
                  <a:lnTo>
                    <a:pt x="90259" y="749299"/>
                  </a:lnTo>
                  <a:close/>
                </a:path>
                <a:path w="1976120" h="1968500">
                  <a:moveTo>
                    <a:pt x="1949941" y="761999"/>
                  </a:moveTo>
                  <a:lnTo>
                    <a:pt x="25614" y="761999"/>
                  </a:lnTo>
                  <a:lnTo>
                    <a:pt x="26020" y="749299"/>
                  </a:lnTo>
                  <a:lnTo>
                    <a:pt x="1948721" y="749299"/>
                  </a:lnTo>
                  <a:lnTo>
                    <a:pt x="1949941" y="761999"/>
                  </a:lnTo>
                  <a:close/>
                </a:path>
                <a:path w="1976120" h="1968500">
                  <a:moveTo>
                    <a:pt x="90259" y="965199"/>
                  </a:moveTo>
                  <a:lnTo>
                    <a:pt x="76842" y="965199"/>
                  </a:lnTo>
                  <a:lnTo>
                    <a:pt x="76842" y="761999"/>
                  </a:lnTo>
                  <a:lnTo>
                    <a:pt x="90259" y="761999"/>
                  </a:lnTo>
                  <a:lnTo>
                    <a:pt x="90259" y="965199"/>
                  </a:lnTo>
                  <a:close/>
                </a:path>
                <a:path w="1976120" h="1968500">
                  <a:moveTo>
                    <a:pt x="316316" y="965199"/>
                  </a:moveTo>
                  <a:lnTo>
                    <a:pt x="302899" y="965199"/>
                  </a:lnTo>
                  <a:lnTo>
                    <a:pt x="302899" y="761999"/>
                  </a:lnTo>
                  <a:lnTo>
                    <a:pt x="316316" y="761999"/>
                  </a:lnTo>
                  <a:lnTo>
                    <a:pt x="316316" y="965199"/>
                  </a:lnTo>
                  <a:close/>
                </a:path>
                <a:path w="1976120" h="1968500">
                  <a:moveTo>
                    <a:pt x="542373" y="965199"/>
                  </a:moveTo>
                  <a:lnTo>
                    <a:pt x="528956" y="965199"/>
                  </a:lnTo>
                  <a:lnTo>
                    <a:pt x="528956" y="761999"/>
                  </a:lnTo>
                  <a:lnTo>
                    <a:pt x="542373" y="761999"/>
                  </a:lnTo>
                  <a:lnTo>
                    <a:pt x="542373" y="965199"/>
                  </a:lnTo>
                  <a:close/>
                </a:path>
                <a:path w="1976120" h="1968500">
                  <a:moveTo>
                    <a:pt x="768429" y="965199"/>
                  </a:moveTo>
                  <a:lnTo>
                    <a:pt x="755012" y="965199"/>
                  </a:lnTo>
                  <a:lnTo>
                    <a:pt x="755012" y="761999"/>
                  </a:lnTo>
                  <a:lnTo>
                    <a:pt x="768429" y="761999"/>
                  </a:lnTo>
                  <a:lnTo>
                    <a:pt x="768429" y="965199"/>
                  </a:lnTo>
                  <a:close/>
                </a:path>
                <a:path w="1976120" h="1968500">
                  <a:moveTo>
                    <a:pt x="994079" y="965199"/>
                  </a:moveTo>
                  <a:lnTo>
                    <a:pt x="981069" y="965199"/>
                  </a:lnTo>
                  <a:lnTo>
                    <a:pt x="981069" y="761999"/>
                  </a:lnTo>
                  <a:lnTo>
                    <a:pt x="994079" y="761999"/>
                  </a:lnTo>
                  <a:lnTo>
                    <a:pt x="994079" y="965199"/>
                  </a:lnTo>
                  <a:close/>
                </a:path>
                <a:path w="1976120" h="1968500">
                  <a:moveTo>
                    <a:pt x="1213631" y="965199"/>
                  </a:moveTo>
                  <a:lnTo>
                    <a:pt x="1200214" y="965199"/>
                  </a:lnTo>
                  <a:lnTo>
                    <a:pt x="1200214" y="761999"/>
                  </a:lnTo>
                  <a:lnTo>
                    <a:pt x="1213631" y="761999"/>
                  </a:lnTo>
                  <a:lnTo>
                    <a:pt x="1213631" y="965199"/>
                  </a:lnTo>
                  <a:close/>
                </a:path>
                <a:path w="1976120" h="1968500">
                  <a:moveTo>
                    <a:pt x="1439687" y="965199"/>
                  </a:moveTo>
                  <a:lnTo>
                    <a:pt x="1426270" y="965199"/>
                  </a:lnTo>
                  <a:lnTo>
                    <a:pt x="1426270" y="761999"/>
                  </a:lnTo>
                  <a:lnTo>
                    <a:pt x="1439687" y="761999"/>
                  </a:lnTo>
                  <a:lnTo>
                    <a:pt x="1439687" y="965199"/>
                  </a:lnTo>
                  <a:close/>
                </a:path>
                <a:path w="1976120" h="1968500">
                  <a:moveTo>
                    <a:pt x="1665744" y="965199"/>
                  </a:moveTo>
                  <a:lnTo>
                    <a:pt x="1652327" y="965199"/>
                  </a:lnTo>
                  <a:lnTo>
                    <a:pt x="1652327" y="761999"/>
                  </a:lnTo>
                  <a:lnTo>
                    <a:pt x="1665744" y="761999"/>
                  </a:lnTo>
                  <a:lnTo>
                    <a:pt x="1665744" y="965199"/>
                  </a:lnTo>
                  <a:close/>
                </a:path>
                <a:path w="1976120" h="1968500">
                  <a:moveTo>
                    <a:pt x="1891800" y="965199"/>
                  </a:moveTo>
                  <a:lnTo>
                    <a:pt x="1878383" y="965199"/>
                  </a:lnTo>
                  <a:lnTo>
                    <a:pt x="1878383" y="761999"/>
                  </a:lnTo>
                  <a:lnTo>
                    <a:pt x="1891800" y="761999"/>
                  </a:lnTo>
                  <a:lnTo>
                    <a:pt x="1891800" y="965199"/>
                  </a:lnTo>
                  <a:close/>
                </a:path>
                <a:path w="1976120" h="1968500">
                  <a:moveTo>
                    <a:pt x="1975555" y="977899"/>
                  </a:moveTo>
                  <a:lnTo>
                    <a:pt x="0" y="977899"/>
                  </a:lnTo>
                  <a:lnTo>
                    <a:pt x="0" y="965199"/>
                  </a:lnTo>
                  <a:lnTo>
                    <a:pt x="1975555" y="965199"/>
                  </a:lnTo>
                  <a:lnTo>
                    <a:pt x="1975555" y="977899"/>
                  </a:lnTo>
                  <a:close/>
                </a:path>
                <a:path w="1976120" h="1968500">
                  <a:moveTo>
                    <a:pt x="90259" y="1181099"/>
                  </a:moveTo>
                  <a:lnTo>
                    <a:pt x="76842" y="1181099"/>
                  </a:lnTo>
                  <a:lnTo>
                    <a:pt x="76842" y="977899"/>
                  </a:lnTo>
                  <a:lnTo>
                    <a:pt x="90259" y="977899"/>
                  </a:lnTo>
                  <a:lnTo>
                    <a:pt x="90259" y="1181099"/>
                  </a:lnTo>
                  <a:close/>
                </a:path>
                <a:path w="1976120" h="1968500">
                  <a:moveTo>
                    <a:pt x="316316" y="1181099"/>
                  </a:moveTo>
                  <a:lnTo>
                    <a:pt x="302899" y="1181099"/>
                  </a:lnTo>
                  <a:lnTo>
                    <a:pt x="302899" y="977899"/>
                  </a:lnTo>
                  <a:lnTo>
                    <a:pt x="316316" y="977899"/>
                  </a:lnTo>
                  <a:lnTo>
                    <a:pt x="316316" y="1181099"/>
                  </a:lnTo>
                  <a:close/>
                </a:path>
                <a:path w="1976120" h="1968500">
                  <a:moveTo>
                    <a:pt x="542373" y="1181099"/>
                  </a:moveTo>
                  <a:lnTo>
                    <a:pt x="528956" y="1181099"/>
                  </a:lnTo>
                  <a:lnTo>
                    <a:pt x="528956" y="977899"/>
                  </a:lnTo>
                  <a:lnTo>
                    <a:pt x="542373" y="977899"/>
                  </a:lnTo>
                  <a:lnTo>
                    <a:pt x="542373" y="1181099"/>
                  </a:lnTo>
                  <a:close/>
                </a:path>
                <a:path w="1976120" h="1968500">
                  <a:moveTo>
                    <a:pt x="768429" y="1181099"/>
                  </a:moveTo>
                  <a:lnTo>
                    <a:pt x="755012" y="1181099"/>
                  </a:lnTo>
                  <a:lnTo>
                    <a:pt x="755012" y="977899"/>
                  </a:lnTo>
                  <a:lnTo>
                    <a:pt x="768429" y="977899"/>
                  </a:lnTo>
                  <a:lnTo>
                    <a:pt x="768429" y="1181099"/>
                  </a:lnTo>
                  <a:close/>
                </a:path>
                <a:path w="1976120" h="1968500">
                  <a:moveTo>
                    <a:pt x="994486" y="1181099"/>
                  </a:moveTo>
                  <a:lnTo>
                    <a:pt x="981069" y="1181099"/>
                  </a:lnTo>
                  <a:lnTo>
                    <a:pt x="981069" y="977899"/>
                  </a:lnTo>
                  <a:lnTo>
                    <a:pt x="994486" y="977899"/>
                  </a:lnTo>
                  <a:lnTo>
                    <a:pt x="994486" y="1181099"/>
                  </a:lnTo>
                  <a:close/>
                </a:path>
                <a:path w="1976120" h="1968500">
                  <a:moveTo>
                    <a:pt x="1213631" y="1181099"/>
                  </a:moveTo>
                  <a:lnTo>
                    <a:pt x="1200620" y="1181099"/>
                  </a:lnTo>
                  <a:lnTo>
                    <a:pt x="1200620" y="977899"/>
                  </a:lnTo>
                  <a:lnTo>
                    <a:pt x="1213631" y="977899"/>
                  </a:lnTo>
                  <a:lnTo>
                    <a:pt x="1213631" y="1181099"/>
                  </a:lnTo>
                  <a:close/>
                </a:path>
                <a:path w="1976120" h="1968500">
                  <a:moveTo>
                    <a:pt x="1439687" y="1181099"/>
                  </a:moveTo>
                  <a:lnTo>
                    <a:pt x="1426270" y="1181099"/>
                  </a:lnTo>
                  <a:lnTo>
                    <a:pt x="1426270" y="977899"/>
                  </a:lnTo>
                  <a:lnTo>
                    <a:pt x="1439687" y="977899"/>
                  </a:lnTo>
                  <a:lnTo>
                    <a:pt x="1439687" y="1181099"/>
                  </a:lnTo>
                  <a:close/>
                </a:path>
                <a:path w="1976120" h="1968500">
                  <a:moveTo>
                    <a:pt x="1665744" y="1181099"/>
                  </a:moveTo>
                  <a:lnTo>
                    <a:pt x="1652327" y="1181099"/>
                  </a:lnTo>
                  <a:lnTo>
                    <a:pt x="1652327" y="977899"/>
                  </a:lnTo>
                  <a:lnTo>
                    <a:pt x="1665744" y="977899"/>
                  </a:lnTo>
                  <a:lnTo>
                    <a:pt x="1665744" y="1181099"/>
                  </a:lnTo>
                  <a:close/>
                </a:path>
                <a:path w="1976120" h="1968500">
                  <a:moveTo>
                    <a:pt x="1880010" y="1409699"/>
                  </a:moveTo>
                  <a:lnTo>
                    <a:pt x="1878383" y="1409699"/>
                  </a:lnTo>
                  <a:lnTo>
                    <a:pt x="1878383" y="1193799"/>
                  </a:lnTo>
                  <a:lnTo>
                    <a:pt x="22361" y="1193799"/>
                  </a:lnTo>
                  <a:lnTo>
                    <a:pt x="21548" y="1181099"/>
                  </a:lnTo>
                  <a:lnTo>
                    <a:pt x="1878383" y="1181099"/>
                  </a:lnTo>
                  <a:lnTo>
                    <a:pt x="1878383" y="977899"/>
                  </a:lnTo>
                  <a:lnTo>
                    <a:pt x="1892207" y="977899"/>
                  </a:lnTo>
                  <a:lnTo>
                    <a:pt x="1892207" y="1384299"/>
                  </a:lnTo>
                  <a:lnTo>
                    <a:pt x="1889158" y="1384299"/>
                  </a:lnTo>
                  <a:lnTo>
                    <a:pt x="1883059" y="1396999"/>
                  </a:lnTo>
                  <a:lnTo>
                    <a:pt x="1880010" y="1409699"/>
                  </a:lnTo>
                  <a:close/>
                </a:path>
                <a:path w="1976120" h="1968500">
                  <a:moveTo>
                    <a:pt x="90259" y="1396999"/>
                  </a:moveTo>
                  <a:lnTo>
                    <a:pt x="86677" y="1384299"/>
                  </a:lnTo>
                  <a:lnTo>
                    <a:pt x="83246" y="1384299"/>
                  </a:lnTo>
                  <a:lnTo>
                    <a:pt x="79968" y="1371599"/>
                  </a:lnTo>
                  <a:lnTo>
                    <a:pt x="76842" y="1358899"/>
                  </a:lnTo>
                  <a:lnTo>
                    <a:pt x="76842" y="1193799"/>
                  </a:lnTo>
                  <a:lnTo>
                    <a:pt x="90259" y="1193799"/>
                  </a:lnTo>
                  <a:lnTo>
                    <a:pt x="90259" y="1396999"/>
                  </a:lnTo>
                  <a:close/>
                </a:path>
                <a:path w="1976120" h="1968500">
                  <a:moveTo>
                    <a:pt x="316316" y="1409699"/>
                  </a:moveTo>
                  <a:lnTo>
                    <a:pt x="302899" y="1409699"/>
                  </a:lnTo>
                  <a:lnTo>
                    <a:pt x="302899" y="1193799"/>
                  </a:lnTo>
                  <a:lnTo>
                    <a:pt x="316316" y="1193799"/>
                  </a:lnTo>
                  <a:lnTo>
                    <a:pt x="316316" y="1409699"/>
                  </a:lnTo>
                  <a:close/>
                </a:path>
                <a:path w="1976120" h="1968500">
                  <a:moveTo>
                    <a:pt x="542373" y="1409699"/>
                  </a:moveTo>
                  <a:lnTo>
                    <a:pt x="528956" y="1409699"/>
                  </a:lnTo>
                  <a:lnTo>
                    <a:pt x="528956" y="1193799"/>
                  </a:lnTo>
                  <a:lnTo>
                    <a:pt x="542373" y="1193799"/>
                  </a:lnTo>
                  <a:lnTo>
                    <a:pt x="542373" y="1409699"/>
                  </a:lnTo>
                  <a:close/>
                </a:path>
                <a:path w="1976120" h="1968500">
                  <a:moveTo>
                    <a:pt x="768429" y="1409699"/>
                  </a:moveTo>
                  <a:lnTo>
                    <a:pt x="755012" y="1409699"/>
                  </a:lnTo>
                  <a:lnTo>
                    <a:pt x="755012" y="1193799"/>
                  </a:lnTo>
                  <a:lnTo>
                    <a:pt x="768429" y="1193799"/>
                  </a:lnTo>
                  <a:lnTo>
                    <a:pt x="768429" y="1409699"/>
                  </a:lnTo>
                  <a:close/>
                </a:path>
                <a:path w="1976120" h="1968500">
                  <a:moveTo>
                    <a:pt x="994486" y="1409699"/>
                  </a:moveTo>
                  <a:lnTo>
                    <a:pt x="981069" y="1409699"/>
                  </a:lnTo>
                  <a:lnTo>
                    <a:pt x="981069" y="1193799"/>
                  </a:lnTo>
                  <a:lnTo>
                    <a:pt x="994486" y="1193799"/>
                  </a:lnTo>
                  <a:lnTo>
                    <a:pt x="994486" y="1409699"/>
                  </a:lnTo>
                  <a:close/>
                </a:path>
                <a:path w="1976120" h="1968500">
                  <a:moveTo>
                    <a:pt x="1213631" y="1409699"/>
                  </a:moveTo>
                  <a:lnTo>
                    <a:pt x="1200620" y="1409699"/>
                  </a:lnTo>
                  <a:lnTo>
                    <a:pt x="1200620" y="1193799"/>
                  </a:lnTo>
                  <a:lnTo>
                    <a:pt x="1213631" y="1193799"/>
                  </a:lnTo>
                  <a:lnTo>
                    <a:pt x="1213631" y="1409699"/>
                  </a:lnTo>
                  <a:close/>
                </a:path>
                <a:path w="1976120" h="1968500">
                  <a:moveTo>
                    <a:pt x="1439687" y="1409699"/>
                  </a:moveTo>
                  <a:lnTo>
                    <a:pt x="1426270" y="1409699"/>
                  </a:lnTo>
                  <a:lnTo>
                    <a:pt x="1426270" y="1193799"/>
                  </a:lnTo>
                  <a:lnTo>
                    <a:pt x="1439687" y="1193799"/>
                  </a:lnTo>
                  <a:lnTo>
                    <a:pt x="1439687" y="1409699"/>
                  </a:lnTo>
                  <a:close/>
                </a:path>
                <a:path w="1976120" h="1968500">
                  <a:moveTo>
                    <a:pt x="1665744" y="1409699"/>
                  </a:moveTo>
                  <a:lnTo>
                    <a:pt x="1652327" y="1409699"/>
                  </a:lnTo>
                  <a:lnTo>
                    <a:pt x="1652327" y="1193799"/>
                  </a:lnTo>
                  <a:lnTo>
                    <a:pt x="1665744" y="1193799"/>
                  </a:lnTo>
                  <a:lnTo>
                    <a:pt x="1665744" y="1409699"/>
                  </a:lnTo>
                  <a:close/>
                </a:path>
                <a:path w="1976120" h="1968500">
                  <a:moveTo>
                    <a:pt x="1873911" y="1422399"/>
                  </a:moveTo>
                  <a:lnTo>
                    <a:pt x="102050" y="1422399"/>
                  </a:lnTo>
                  <a:lnTo>
                    <a:pt x="95952" y="1409699"/>
                  </a:lnTo>
                  <a:lnTo>
                    <a:pt x="1877163" y="1409699"/>
                  </a:lnTo>
                  <a:lnTo>
                    <a:pt x="1873911" y="1422399"/>
                  </a:lnTo>
                  <a:close/>
                </a:path>
                <a:path w="1976120" h="1968500">
                  <a:moveTo>
                    <a:pt x="316316" y="1625599"/>
                  </a:moveTo>
                  <a:lnTo>
                    <a:pt x="302899" y="1625599"/>
                  </a:lnTo>
                  <a:lnTo>
                    <a:pt x="302899" y="1422399"/>
                  </a:lnTo>
                  <a:lnTo>
                    <a:pt x="316316" y="1422399"/>
                  </a:lnTo>
                  <a:lnTo>
                    <a:pt x="316316" y="1625599"/>
                  </a:lnTo>
                  <a:close/>
                </a:path>
                <a:path w="1976120" h="1968500">
                  <a:moveTo>
                    <a:pt x="542373" y="1625599"/>
                  </a:moveTo>
                  <a:lnTo>
                    <a:pt x="528956" y="1625599"/>
                  </a:lnTo>
                  <a:lnTo>
                    <a:pt x="528956" y="1422399"/>
                  </a:lnTo>
                  <a:lnTo>
                    <a:pt x="542373" y="1422399"/>
                  </a:lnTo>
                  <a:lnTo>
                    <a:pt x="542373" y="1625599"/>
                  </a:lnTo>
                  <a:close/>
                </a:path>
                <a:path w="1976120" h="1968500">
                  <a:moveTo>
                    <a:pt x="768429" y="1625599"/>
                  </a:moveTo>
                  <a:lnTo>
                    <a:pt x="755012" y="1625599"/>
                  </a:lnTo>
                  <a:lnTo>
                    <a:pt x="755012" y="1422399"/>
                  </a:lnTo>
                  <a:lnTo>
                    <a:pt x="768429" y="1422399"/>
                  </a:lnTo>
                  <a:lnTo>
                    <a:pt x="768429" y="1625599"/>
                  </a:lnTo>
                  <a:close/>
                </a:path>
                <a:path w="1976120" h="1968500">
                  <a:moveTo>
                    <a:pt x="994486" y="1625599"/>
                  </a:moveTo>
                  <a:lnTo>
                    <a:pt x="981069" y="1625599"/>
                  </a:lnTo>
                  <a:lnTo>
                    <a:pt x="981069" y="1422399"/>
                  </a:lnTo>
                  <a:lnTo>
                    <a:pt x="994486" y="1422399"/>
                  </a:lnTo>
                  <a:lnTo>
                    <a:pt x="994486" y="1625599"/>
                  </a:lnTo>
                  <a:close/>
                </a:path>
                <a:path w="1976120" h="1968500">
                  <a:moveTo>
                    <a:pt x="1213631" y="1625599"/>
                  </a:moveTo>
                  <a:lnTo>
                    <a:pt x="1200620" y="1625599"/>
                  </a:lnTo>
                  <a:lnTo>
                    <a:pt x="1200620" y="1422399"/>
                  </a:lnTo>
                  <a:lnTo>
                    <a:pt x="1213631" y="1422399"/>
                  </a:lnTo>
                  <a:lnTo>
                    <a:pt x="1213631" y="1625599"/>
                  </a:lnTo>
                  <a:close/>
                </a:path>
                <a:path w="1976120" h="1968500">
                  <a:moveTo>
                    <a:pt x="1439687" y="1625599"/>
                  </a:moveTo>
                  <a:lnTo>
                    <a:pt x="1426270" y="1625599"/>
                  </a:lnTo>
                  <a:lnTo>
                    <a:pt x="1426270" y="1422399"/>
                  </a:lnTo>
                  <a:lnTo>
                    <a:pt x="1439687" y="1422399"/>
                  </a:lnTo>
                  <a:lnTo>
                    <a:pt x="1439687" y="1625599"/>
                  </a:lnTo>
                  <a:close/>
                </a:path>
                <a:path w="1976120" h="1968500">
                  <a:moveTo>
                    <a:pt x="1666150" y="1625599"/>
                  </a:moveTo>
                  <a:lnTo>
                    <a:pt x="1652327" y="1625599"/>
                  </a:lnTo>
                  <a:lnTo>
                    <a:pt x="1652327" y="1422399"/>
                  </a:lnTo>
                  <a:lnTo>
                    <a:pt x="1666150" y="1422399"/>
                  </a:lnTo>
                  <a:lnTo>
                    <a:pt x="1666150" y="1625599"/>
                  </a:lnTo>
                  <a:close/>
                </a:path>
                <a:path w="1976120" h="1968500">
                  <a:moveTo>
                    <a:pt x="1725510" y="1638299"/>
                  </a:moveTo>
                  <a:lnTo>
                    <a:pt x="247198" y="1638299"/>
                  </a:lnTo>
                  <a:lnTo>
                    <a:pt x="239880" y="1625599"/>
                  </a:lnTo>
                  <a:lnTo>
                    <a:pt x="1736488" y="1625599"/>
                  </a:lnTo>
                  <a:lnTo>
                    <a:pt x="1725510" y="1638299"/>
                  </a:lnTo>
                  <a:close/>
                </a:path>
                <a:path w="1976120" h="1968500">
                  <a:moveTo>
                    <a:pt x="316316" y="1701799"/>
                  </a:moveTo>
                  <a:lnTo>
                    <a:pt x="307371" y="1701799"/>
                  </a:lnTo>
                  <a:lnTo>
                    <a:pt x="302899" y="1689099"/>
                  </a:lnTo>
                  <a:lnTo>
                    <a:pt x="302899" y="1638299"/>
                  </a:lnTo>
                  <a:lnTo>
                    <a:pt x="316316" y="1638299"/>
                  </a:lnTo>
                  <a:lnTo>
                    <a:pt x="316316" y="1701799"/>
                  </a:lnTo>
                  <a:close/>
                </a:path>
                <a:path w="1976120" h="1968500">
                  <a:moveTo>
                    <a:pt x="542373" y="1841499"/>
                  </a:moveTo>
                  <a:lnTo>
                    <a:pt x="528956" y="1841499"/>
                  </a:lnTo>
                  <a:lnTo>
                    <a:pt x="528956" y="1638299"/>
                  </a:lnTo>
                  <a:lnTo>
                    <a:pt x="542373" y="1638299"/>
                  </a:lnTo>
                  <a:lnTo>
                    <a:pt x="542373" y="1841499"/>
                  </a:lnTo>
                  <a:close/>
                </a:path>
                <a:path w="1976120" h="1968500">
                  <a:moveTo>
                    <a:pt x="768429" y="1841499"/>
                  </a:moveTo>
                  <a:lnTo>
                    <a:pt x="755012" y="1841499"/>
                  </a:lnTo>
                  <a:lnTo>
                    <a:pt x="755012" y="1638299"/>
                  </a:lnTo>
                  <a:lnTo>
                    <a:pt x="768429" y="1638299"/>
                  </a:lnTo>
                  <a:lnTo>
                    <a:pt x="768429" y="1841499"/>
                  </a:lnTo>
                  <a:close/>
                </a:path>
                <a:path w="1976120" h="1968500">
                  <a:moveTo>
                    <a:pt x="994486" y="1841499"/>
                  </a:moveTo>
                  <a:lnTo>
                    <a:pt x="981069" y="1841499"/>
                  </a:lnTo>
                  <a:lnTo>
                    <a:pt x="981069" y="1638299"/>
                  </a:lnTo>
                  <a:lnTo>
                    <a:pt x="994486" y="1638299"/>
                  </a:lnTo>
                  <a:lnTo>
                    <a:pt x="994486" y="1841499"/>
                  </a:lnTo>
                  <a:close/>
                </a:path>
                <a:path w="1976120" h="1968500">
                  <a:moveTo>
                    <a:pt x="1213631" y="1841499"/>
                  </a:moveTo>
                  <a:lnTo>
                    <a:pt x="1200620" y="1841499"/>
                  </a:lnTo>
                  <a:lnTo>
                    <a:pt x="1200620" y="1638299"/>
                  </a:lnTo>
                  <a:lnTo>
                    <a:pt x="1213631" y="1638299"/>
                  </a:lnTo>
                  <a:lnTo>
                    <a:pt x="1213631" y="1841499"/>
                  </a:lnTo>
                  <a:close/>
                </a:path>
                <a:path w="1976120" h="1968500">
                  <a:moveTo>
                    <a:pt x="1440094" y="1841499"/>
                  </a:moveTo>
                  <a:lnTo>
                    <a:pt x="1426270" y="1841499"/>
                  </a:lnTo>
                  <a:lnTo>
                    <a:pt x="1426270" y="1638299"/>
                  </a:lnTo>
                  <a:lnTo>
                    <a:pt x="1440094" y="1638299"/>
                  </a:lnTo>
                  <a:lnTo>
                    <a:pt x="1440094" y="1841499"/>
                  </a:lnTo>
                  <a:close/>
                </a:path>
                <a:path w="1976120" h="1968500">
                  <a:moveTo>
                    <a:pt x="1652733" y="1714499"/>
                  </a:moveTo>
                  <a:lnTo>
                    <a:pt x="1652733" y="1638299"/>
                  </a:lnTo>
                  <a:lnTo>
                    <a:pt x="1666150" y="1638299"/>
                  </a:lnTo>
                  <a:lnTo>
                    <a:pt x="1666150" y="1701799"/>
                  </a:lnTo>
                  <a:lnTo>
                    <a:pt x="1652733" y="1714499"/>
                  </a:lnTo>
                  <a:close/>
                </a:path>
                <a:path w="1976120" h="1968500">
                  <a:moveTo>
                    <a:pt x="1460384" y="1854199"/>
                  </a:moveTo>
                  <a:lnTo>
                    <a:pt x="515945" y="1854199"/>
                  </a:lnTo>
                  <a:lnTo>
                    <a:pt x="509440" y="1841499"/>
                  </a:lnTo>
                  <a:lnTo>
                    <a:pt x="1466115" y="1841499"/>
                  </a:lnTo>
                  <a:lnTo>
                    <a:pt x="1460384" y="1854199"/>
                  </a:lnTo>
                  <a:close/>
                </a:path>
                <a:path w="1976120" h="1968500">
                  <a:moveTo>
                    <a:pt x="542373" y="1866899"/>
                  </a:moveTo>
                  <a:lnTo>
                    <a:pt x="537900" y="1866899"/>
                  </a:lnTo>
                  <a:lnTo>
                    <a:pt x="533428" y="1854199"/>
                  </a:lnTo>
                  <a:lnTo>
                    <a:pt x="542373" y="1854199"/>
                  </a:lnTo>
                  <a:lnTo>
                    <a:pt x="542373" y="1866899"/>
                  </a:lnTo>
                  <a:close/>
                </a:path>
                <a:path w="1976120" h="1968500">
                  <a:moveTo>
                    <a:pt x="768429" y="1943099"/>
                  </a:moveTo>
                  <a:lnTo>
                    <a:pt x="755012" y="1943099"/>
                  </a:lnTo>
                  <a:lnTo>
                    <a:pt x="755012" y="1854199"/>
                  </a:lnTo>
                  <a:lnTo>
                    <a:pt x="768429" y="1854199"/>
                  </a:lnTo>
                  <a:lnTo>
                    <a:pt x="768429" y="1943099"/>
                  </a:lnTo>
                  <a:close/>
                </a:path>
                <a:path w="1976120" h="1968500">
                  <a:moveTo>
                    <a:pt x="994079" y="1968499"/>
                  </a:moveTo>
                  <a:lnTo>
                    <a:pt x="981069" y="1968499"/>
                  </a:lnTo>
                  <a:lnTo>
                    <a:pt x="981069" y="1854199"/>
                  </a:lnTo>
                  <a:lnTo>
                    <a:pt x="994079" y="1854199"/>
                  </a:lnTo>
                  <a:lnTo>
                    <a:pt x="994079" y="1968499"/>
                  </a:lnTo>
                  <a:close/>
                </a:path>
                <a:path w="1976120" h="1968500">
                  <a:moveTo>
                    <a:pt x="1213631" y="1943099"/>
                  </a:moveTo>
                  <a:lnTo>
                    <a:pt x="1200214" y="1943099"/>
                  </a:lnTo>
                  <a:lnTo>
                    <a:pt x="1200214" y="1854199"/>
                  </a:lnTo>
                  <a:lnTo>
                    <a:pt x="1213631" y="1854199"/>
                  </a:lnTo>
                  <a:lnTo>
                    <a:pt x="1213631" y="1943099"/>
                  </a:lnTo>
                  <a:close/>
                </a:path>
                <a:path w="1976120" h="1968500">
                  <a:moveTo>
                    <a:pt x="1439687" y="1866899"/>
                  </a:moveTo>
                  <a:lnTo>
                    <a:pt x="1426270" y="1866899"/>
                  </a:lnTo>
                  <a:lnTo>
                    <a:pt x="1426270" y="1854199"/>
                  </a:lnTo>
                  <a:lnTo>
                    <a:pt x="1439687" y="1854199"/>
                  </a:lnTo>
                  <a:lnTo>
                    <a:pt x="1439687" y="1866899"/>
                  </a:lnTo>
                  <a:close/>
                </a:path>
              </a:pathLst>
            </a:custGeom>
            <a:solidFill>
              <a:srgbClr val="9456A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8270" rIns="0" bIns="0" rtlCol="0" vert="horz">
            <a:spAutoFit/>
          </a:bodyPr>
          <a:lstStyle/>
          <a:p>
            <a:pPr marL="12700" marR="5080">
              <a:lnSpc>
                <a:spcPts val="8780"/>
              </a:lnSpc>
              <a:spcBef>
                <a:spcPts val="1010"/>
              </a:spcBef>
            </a:pPr>
            <a:r>
              <a:rPr dirty="0" spc="-70"/>
              <a:t>Understanding </a:t>
            </a:r>
            <a:r>
              <a:rPr dirty="0" spc="-615"/>
              <a:t>T</a:t>
            </a:r>
            <a:r>
              <a:rPr dirty="0" spc="5"/>
              <a:t>y</a:t>
            </a:r>
            <a:r>
              <a:rPr dirty="0" spc="10"/>
              <a:t>pe</a:t>
            </a:r>
            <a:r>
              <a:rPr dirty="0" spc="15"/>
              <a:t>s</a:t>
            </a:r>
            <a:r>
              <a:rPr dirty="0" spc="-570"/>
              <a:t> </a:t>
            </a:r>
            <a:r>
              <a:rPr dirty="0"/>
              <a:t>of</a:t>
            </a:r>
            <a:r>
              <a:rPr dirty="0" spc="-685"/>
              <a:t> </a:t>
            </a:r>
            <a:r>
              <a:rPr dirty="0" spc="-175"/>
              <a:t>Errors</a:t>
            </a:r>
            <a:r>
              <a:rPr dirty="0" spc="-490"/>
              <a:t> </a:t>
            </a:r>
            <a:r>
              <a:rPr dirty="0" spc="-335"/>
              <a:t>in </a:t>
            </a:r>
            <a:r>
              <a:rPr dirty="0" spc="-10"/>
              <a:t>Python</a:t>
            </a:r>
          </a:p>
        </p:txBody>
      </p:sp>
      <p:sp>
        <p:nvSpPr>
          <p:cNvPr id="14" name="object 14" descr=""/>
          <p:cNvSpPr/>
          <p:nvPr/>
        </p:nvSpPr>
        <p:spPr>
          <a:xfrm>
            <a:off x="6160111" y="5203504"/>
            <a:ext cx="723265" cy="562610"/>
          </a:xfrm>
          <a:custGeom>
            <a:avLst/>
            <a:gdLst/>
            <a:ahLst/>
            <a:cxnLst/>
            <a:rect l="l" t="t" r="r" b="b"/>
            <a:pathLst>
              <a:path w="723265" h="562610">
                <a:moveTo>
                  <a:pt x="280326" y="562280"/>
                </a:moveTo>
                <a:lnTo>
                  <a:pt x="274829" y="562280"/>
                </a:lnTo>
                <a:lnTo>
                  <a:pt x="271792" y="560369"/>
                </a:lnTo>
                <a:lnTo>
                  <a:pt x="165180" y="453753"/>
                </a:lnTo>
                <a:lnTo>
                  <a:pt x="4584" y="301226"/>
                </a:lnTo>
                <a:lnTo>
                  <a:pt x="6" y="296656"/>
                </a:lnTo>
                <a:lnTo>
                  <a:pt x="0" y="290955"/>
                </a:lnTo>
                <a:lnTo>
                  <a:pt x="109042" y="179644"/>
                </a:lnTo>
                <a:lnTo>
                  <a:pt x="114231" y="177736"/>
                </a:lnTo>
                <a:lnTo>
                  <a:pt x="117391" y="177736"/>
                </a:lnTo>
                <a:lnTo>
                  <a:pt x="120553" y="177734"/>
                </a:lnTo>
                <a:lnTo>
                  <a:pt x="123611" y="179709"/>
                </a:lnTo>
                <a:lnTo>
                  <a:pt x="125907" y="182025"/>
                </a:lnTo>
                <a:lnTo>
                  <a:pt x="277987" y="326035"/>
                </a:lnTo>
                <a:lnTo>
                  <a:pt x="603963" y="0"/>
                </a:lnTo>
                <a:lnTo>
                  <a:pt x="609659" y="68"/>
                </a:lnTo>
                <a:lnTo>
                  <a:pt x="723222" y="113512"/>
                </a:lnTo>
                <a:lnTo>
                  <a:pt x="723237" y="121392"/>
                </a:lnTo>
                <a:lnTo>
                  <a:pt x="388668" y="455884"/>
                </a:lnTo>
                <a:lnTo>
                  <a:pt x="282540" y="559831"/>
                </a:lnTo>
                <a:lnTo>
                  <a:pt x="280326" y="562280"/>
                </a:lnTo>
                <a:close/>
              </a:path>
            </a:pathLst>
          </a:custGeom>
          <a:solidFill>
            <a:srgbClr val="9456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160111" y="6757630"/>
            <a:ext cx="723265" cy="562610"/>
          </a:xfrm>
          <a:custGeom>
            <a:avLst/>
            <a:gdLst/>
            <a:ahLst/>
            <a:cxnLst/>
            <a:rect l="l" t="t" r="r" b="b"/>
            <a:pathLst>
              <a:path w="723265" h="562609">
                <a:moveTo>
                  <a:pt x="280326" y="562280"/>
                </a:moveTo>
                <a:lnTo>
                  <a:pt x="274829" y="562280"/>
                </a:lnTo>
                <a:lnTo>
                  <a:pt x="271792" y="560369"/>
                </a:lnTo>
                <a:lnTo>
                  <a:pt x="165180" y="453753"/>
                </a:lnTo>
                <a:lnTo>
                  <a:pt x="4584" y="301226"/>
                </a:lnTo>
                <a:lnTo>
                  <a:pt x="6" y="296656"/>
                </a:lnTo>
                <a:lnTo>
                  <a:pt x="0" y="290955"/>
                </a:lnTo>
                <a:lnTo>
                  <a:pt x="109042" y="179644"/>
                </a:lnTo>
                <a:lnTo>
                  <a:pt x="114231" y="177736"/>
                </a:lnTo>
                <a:lnTo>
                  <a:pt x="117391" y="177736"/>
                </a:lnTo>
                <a:lnTo>
                  <a:pt x="120553" y="177734"/>
                </a:lnTo>
                <a:lnTo>
                  <a:pt x="123611" y="179709"/>
                </a:lnTo>
                <a:lnTo>
                  <a:pt x="125907" y="182025"/>
                </a:lnTo>
                <a:lnTo>
                  <a:pt x="277987" y="326035"/>
                </a:lnTo>
                <a:lnTo>
                  <a:pt x="603963" y="0"/>
                </a:lnTo>
                <a:lnTo>
                  <a:pt x="609659" y="68"/>
                </a:lnTo>
                <a:lnTo>
                  <a:pt x="723222" y="113512"/>
                </a:lnTo>
                <a:lnTo>
                  <a:pt x="723237" y="121392"/>
                </a:lnTo>
                <a:lnTo>
                  <a:pt x="388668" y="455884"/>
                </a:lnTo>
                <a:lnTo>
                  <a:pt x="282540" y="559831"/>
                </a:lnTo>
                <a:lnTo>
                  <a:pt x="280326" y="562280"/>
                </a:lnTo>
                <a:close/>
              </a:path>
            </a:pathLst>
          </a:custGeom>
          <a:solidFill>
            <a:srgbClr val="9456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160111" y="8153583"/>
            <a:ext cx="723265" cy="562610"/>
          </a:xfrm>
          <a:custGeom>
            <a:avLst/>
            <a:gdLst/>
            <a:ahLst/>
            <a:cxnLst/>
            <a:rect l="l" t="t" r="r" b="b"/>
            <a:pathLst>
              <a:path w="723265" h="562609">
                <a:moveTo>
                  <a:pt x="280326" y="562280"/>
                </a:moveTo>
                <a:lnTo>
                  <a:pt x="274829" y="562280"/>
                </a:lnTo>
                <a:lnTo>
                  <a:pt x="271792" y="560369"/>
                </a:lnTo>
                <a:lnTo>
                  <a:pt x="165180" y="453753"/>
                </a:lnTo>
                <a:lnTo>
                  <a:pt x="4584" y="301226"/>
                </a:lnTo>
                <a:lnTo>
                  <a:pt x="6" y="296656"/>
                </a:lnTo>
                <a:lnTo>
                  <a:pt x="0" y="290955"/>
                </a:lnTo>
                <a:lnTo>
                  <a:pt x="109042" y="179644"/>
                </a:lnTo>
                <a:lnTo>
                  <a:pt x="114231" y="177736"/>
                </a:lnTo>
                <a:lnTo>
                  <a:pt x="117391" y="177736"/>
                </a:lnTo>
                <a:lnTo>
                  <a:pt x="120553" y="177734"/>
                </a:lnTo>
                <a:lnTo>
                  <a:pt x="123611" y="179709"/>
                </a:lnTo>
                <a:lnTo>
                  <a:pt x="125907" y="182025"/>
                </a:lnTo>
                <a:lnTo>
                  <a:pt x="277987" y="326035"/>
                </a:lnTo>
                <a:lnTo>
                  <a:pt x="603963" y="0"/>
                </a:lnTo>
                <a:lnTo>
                  <a:pt x="609659" y="68"/>
                </a:lnTo>
                <a:lnTo>
                  <a:pt x="723222" y="113512"/>
                </a:lnTo>
                <a:lnTo>
                  <a:pt x="723237" y="121392"/>
                </a:lnTo>
                <a:lnTo>
                  <a:pt x="388668" y="455884"/>
                </a:lnTo>
                <a:lnTo>
                  <a:pt x="282540" y="559831"/>
                </a:lnTo>
                <a:lnTo>
                  <a:pt x="280326" y="562280"/>
                </a:lnTo>
                <a:close/>
              </a:path>
            </a:pathLst>
          </a:custGeom>
          <a:solidFill>
            <a:srgbClr val="9456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317790" y="5164961"/>
            <a:ext cx="7855584" cy="3539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434">
                <a:solidFill>
                  <a:srgbClr val="111111"/>
                </a:solidFill>
                <a:latin typeface="Verdana"/>
                <a:cs typeface="Verdana"/>
              </a:rPr>
              <a:t>Syntax</a:t>
            </a:r>
            <a:r>
              <a:rPr dirty="0" sz="3700" spc="-51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350">
                <a:solidFill>
                  <a:srgbClr val="111111"/>
                </a:solidFill>
                <a:latin typeface="Verdana"/>
                <a:cs typeface="Verdana"/>
              </a:rPr>
              <a:t>errors</a:t>
            </a:r>
            <a:r>
              <a:rPr dirty="0" sz="3700" spc="-40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330">
                <a:solidFill>
                  <a:srgbClr val="111111"/>
                </a:solidFill>
                <a:latin typeface="Verdana"/>
                <a:cs typeface="Verdana"/>
              </a:rPr>
              <a:t>prevent</a:t>
            </a:r>
            <a:r>
              <a:rPr dirty="0" sz="3700" spc="-51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165">
                <a:solidFill>
                  <a:srgbClr val="111111"/>
                </a:solidFill>
                <a:latin typeface="Verdana"/>
                <a:cs typeface="Verdana"/>
              </a:rPr>
              <a:t>code</a:t>
            </a:r>
            <a:r>
              <a:rPr dirty="0" sz="3700" spc="-40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290">
                <a:solidFill>
                  <a:srgbClr val="111111"/>
                </a:solidFill>
                <a:latin typeface="Verdana"/>
                <a:cs typeface="Verdana"/>
              </a:rPr>
              <a:t>execution</a:t>
            </a:r>
            <a:endParaRPr sz="3700">
              <a:latin typeface="Verdana"/>
              <a:cs typeface="Verdana"/>
            </a:endParaRPr>
          </a:p>
          <a:p>
            <a:pPr marL="12700" marR="5080">
              <a:lnSpc>
                <a:spcPct val="247600"/>
              </a:lnSpc>
              <a:spcBef>
                <a:spcPts val="1240"/>
              </a:spcBef>
            </a:pPr>
            <a:r>
              <a:rPr dirty="0" sz="3700" spc="-355">
                <a:solidFill>
                  <a:srgbClr val="111111"/>
                </a:solidFill>
                <a:latin typeface="Verdana"/>
                <a:cs typeface="Verdana"/>
              </a:rPr>
              <a:t>Runtime</a:t>
            </a:r>
            <a:r>
              <a:rPr dirty="0" sz="3700" spc="-40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350">
                <a:solidFill>
                  <a:srgbClr val="111111"/>
                </a:solidFill>
                <a:latin typeface="Verdana"/>
                <a:cs typeface="Verdana"/>
              </a:rPr>
              <a:t>errors</a:t>
            </a:r>
            <a:r>
              <a:rPr dirty="0" sz="3700" spc="-40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190">
                <a:solidFill>
                  <a:srgbClr val="111111"/>
                </a:solidFill>
                <a:latin typeface="Verdana"/>
                <a:cs typeface="Verdana"/>
              </a:rPr>
              <a:t>occur</a:t>
            </a:r>
            <a:r>
              <a:rPr dirty="0" sz="3700" spc="-51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285">
                <a:solidFill>
                  <a:srgbClr val="111111"/>
                </a:solidFill>
                <a:latin typeface="Verdana"/>
                <a:cs typeface="Verdana"/>
              </a:rPr>
              <a:t>during</a:t>
            </a:r>
            <a:r>
              <a:rPr dirty="0" sz="3700" spc="-40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290">
                <a:solidFill>
                  <a:srgbClr val="111111"/>
                </a:solidFill>
                <a:latin typeface="Verdana"/>
                <a:cs typeface="Verdana"/>
              </a:rPr>
              <a:t>execution </a:t>
            </a:r>
            <a:r>
              <a:rPr dirty="0" sz="3700" spc="-229">
                <a:solidFill>
                  <a:srgbClr val="111111"/>
                </a:solidFill>
                <a:latin typeface="Verdana"/>
                <a:cs typeface="Verdana"/>
              </a:rPr>
              <a:t>Logical</a:t>
            </a:r>
            <a:r>
              <a:rPr dirty="0" sz="3700" spc="-37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350">
                <a:solidFill>
                  <a:srgbClr val="111111"/>
                </a:solidFill>
                <a:latin typeface="Verdana"/>
                <a:cs typeface="Verdana"/>
              </a:rPr>
              <a:t>errors</a:t>
            </a:r>
            <a:r>
              <a:rPr dirty="0" sz="3700" spc="-37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240">
                <a:solidFill>
                  <a:srgbClr val="111111"/>
                </a:solidFill>
                <a:latin typeface="Verdana"/>
                <a:cs typeface="Verdana"/>
              </a:rPr>
              <a:t>produce</a:t>
            </a:r>
            <a:r>
              <a:rPr dirty="0" sz="3700" spc="-37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250">
                <a:solidFill>
                  <a:srgbClr val="111111"/>
                </a:solidFill>
                <a:latin typeface="Verdana"/>
                <a:cs typeface="Verdana"/>
              </a:rPr>
              <a:t>incorrect</a:t>
            </a:r>
            <a:r>
              <a:rPr dirty="0" sz="3700" spc="-49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700" spc="-325">
                <a:solidFill>
                  <a:srgbClr val="111111"/>
                </a:solidFill>
                <a:latin typeface="Verdana"/>
                <a:cs typeface="Verdana"/>
              </a:rPr>
              <a:t>results</a:t>
            </a:r>
            <a:endParaRPr sz="3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8472837"/>
            <a:ext cx="7163434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285">
                <a:solidFill>
                  <a:srgbClr val="FFFFFF"/>
                </a:solidFill>
                <a:latin typeface="Verdana"/>
                <a:cs typeface="Verdana"/>
              </a:rPr>
              <a:t>Definition</a:t>
            </a:r>
            <a:r>
              <a:rPr dirty="0" sz="3700" spc="-4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3700" spc="-3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15">
                <a:solidFill>
                  <a:srgbClr val="FFFFFF"/>
                </a:solidFill>
                <a:latin typeface="Verdana"/>
                <a:cs typeface="Verdana"/>
              </a:rPr>
              <a:t>Real-</a:t>
            </a:r>
            <a:r>
              <a:rPr dirty="0" sz="3700" spc="-325">
                <a:solidFill>
                  <a:srgbClr val="FFFFFF"/>
                </a:solidFill>
                <a:latin typeface="Verdana"/>
                <a:cs typeface="Verdana"/>
              </a:rPr>
              <a:t>World</a:t>
            </a:r>
            <a:r>
              <a:rPr dirty="0" sz="3700" spc="-3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70">
                <a:solidFill>
                  <a:srgbClr val="FFFFFF"/>
                </a:solidFill>
                <a:latin typeface="Verdana"/>
                <a:cs typeface="Verdana"/>
              </a:rPr>
              <a:t>Examples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000" y="6961635"/>
            <a:ext cx="612394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75" b="1">
                <a:solidFill>
                  <a:srgbClr val="FFFFFF"/>
                </a:solidFill>
                <a:latin typeface="Verdana"/>
                <a:cs typeface="Verdana"/>
              </a:rPr>
              <a:t>Exceptions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93326" y="962647"/>
            <a:ext cx="6076950" cy="2644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dirty="0" sz="3200" spc="-245">
                <a:solidFill>
                  <a:srgbClr val="111111"/>
                </a:solidFill>
                <a:latin typeface="Verdana"/>
                <a:cs typeface="Verdana"/>
              </a:rPr>
              <a:t>Exceptions</a:t>
            </a:r>
            <a:r>
              <a:rPr dirty="0" sz="3200" spc="-32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are</a:t>
            </a:r>
            <a:r>
              <a:rPr dirty="0" sz="3200" spc="-32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55" b="1">
                <a:solidFill>
                  <a:srgbClr val="111111"/>
                </a:solidFill>
                <a:latin typeface="Verdana"/>
                <a:cs typeface="Verdana"/>
              </a:rPr>
              <a:t>unexpected </a:t>
            </a:r>
            <a:r>
              <a:rPr dirty="0" sz="3200" spc="-380" b="1">
                <a:solidFill>
                  <a:srgbClr val="111111"/>
                </a:solidFill>
                <a:latin typeface="Verdana"/>
                <a:cs typeface="Verdana"/>
              </a:rPr>
              <a:t>events</a:t>
            </a:r>
            <a:r>
              <a:rPr dirty="0" sz="3200" spc="-415" b="1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that</a:t>
            </a:r>
            <a:r>
              <a:rPr dirty="0" sz="3200" spc="-4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disrupt</a:t>
            </a:r>
            <a:r>
              <a:rPr dirty="0" sz="3200" spc="-5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the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normal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5">
                <a:solidFill>
                  <a:srgbClr val="111111"/>
                </a:solidFill>
                <a:latin typeface="Verdana"/>
                <a:cs typeface="Verdana"/>
              </a:rPr>
              <a:t>flow </a:t>
            </a:r>
            <a:r>
              <a:rPr dirty="0" sz="3200" spc="-210">
                <a:solidFill>
                  <a:srgbClr val="111111"/>
                </a:solidFill>
                <a:latin typeface="Verdana"/>
                <a:cs typeface="Verdana"/>
              </a:rPr>
              <a:t>of</a:t>
            </a:r>
            <a:r>
              <a:rPr dirty="0" sz="3200" spc="-4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a </a:t>
            </a:r>
            <a:r>
              <a:rPr dirty="0" sz="3200" spc="-365">
                <a:solidFill>
                  <a:srgbClr val="111111"/>
                </a:solidFill>
                <a:latin typeface="Verdana"/>
                <a:cs typeface="Verdana"/>
              </a:rPr>
              <a:t>program.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5">
                <a:solidFill>
                  <a:srgbClr val="111111"/>
                </a:solidFill>
                <a:latin typeface="Verdana"/>
                <a:cs typeface="Verdana"/>
              </a:rPr>
              <a:t>For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instance,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trying</a:t>
            </a:r>
            <a:r>
              <a:rPr dirty="0" sz="3200" spc="-4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85">
                <a:solidFill>
                  <a:srgbClr val="111111"/>
                </a:solidFill>
                <a:latin typeface="Verdana"/>
                <a:cs typeface="Verdana"/>
              </a:rPr>
              <a:t>to </a:t>
            </a:r>
            <a:r>
              <a:rPr dirty="0" sz="3200" spc="-225">
                <a:solidFill>
                  <a:srgbClr val="111111"/>
                </a:solidFill>
                <a:latin typeface="Verdana"/>
                <a:cs typeface="Verdana"/>
              </a:rPr>
              <a:t>open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a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10">
                <a:solidFill>
                  <a:srgbClr val="111111"/>
                </a:solidFill>
                <a:latin typeface="Verdana"/>
                <a:cs typeface="Verdana"/>
              </a:rPr>
              <a:t>file</a:t>
            </a:r>
            <a:r>
              <a:rPr dirty="0" sz="3200" spc="-434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that</a:t>
            </a:r>
            <a:r>
              <a:rPr dirty="0" sz="3200" spc="-434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doesn't</a:t>
            </a:r>
            <a:r>
              <a:rPr dirty="0" sz="3200" spc="-434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05">
                <a:solidFill>
                  <a:srgbClr val="111111"/>
                </a:solidFill>
                <a:latin typeface="Verdana"/>
                <a:cs typeface="Verdana"/>
              </a:rPr>
              <a:t>exist</a:t>
            </a:r>
            <a:r>
              <a:rPr dirty="0" sz="3200" spc="-53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5">
                <a:solidFill>
                  <a:srgbClr val="111111"/>
                </a:solidFill>
                <a:latin typeface="Verdana"/>
                <a:cs typeface="Verdana"/>
              </a:rPr>
              <a:t>will </a:t>
            </a:r>
            <a:r>
              <a:rPr dirty="0" sz="3200" spc="-290">
                <a:solidFill>
                  <a:srgbClr val="111111"/>
                </a:solidFill>
                <a:latin typeface="Verdana"/>
                <a:cs typeface="Verdana"/>
              </a:rPr>
              <a:t>raise</a:t>
            </a:r>
            <a:r>
              <a:rPr dirty="0" sz="3200" spc="-36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a</a:t>
            </a:r>
            <a:r>
              <a:rPr dirty="0" sz="3200" spc="-36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70">
                <a:solidFill>
                  <a:srgbClr val="111111"/>
                </a:solidFill>
                <a:latin typeface="Verdana"/>
                <a:cs typeface="Verdana"/>
              </a:rPr>
              <a:t>FileNotFoundError.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7817478"/>
            <a:ext cx="714184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100"/>
              </a:spcBef>
            </a:pPr>
            <a:r>
              <a:rPr dirty="0" sz="3700" spc="-295">
                <a:solidFill>
                  <a:srgbClr val="FFFFFF"/>
                </a:solidFill>
                <a:latin typeface="Verdana"/>
                <a:cs typeface="Verdana"/>
              </a:rPr>
              <a:t>Understanding</a:t>
            </a:r>
            <a:r>
              <a:rPr dirty="0" sz="3700" spc="-5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7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3700" spc="-5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35">
                <a:solidFill>
                  <a:srgbClr val="FFFFFF"/>
                </a:solidFill>
                <a:latin typeface="Verdana"/>
                <a:cs typeface="Verdana"/>
              </a:rPr>
              <a:t>try-</a:t>
            </a:r>
            <a:r>
              <a:rPr dirty="0" sz="3700" spc="-275">
                <a:solidFill>
                  <a:srgbClr val="FFFFFF"/>
                </a:solidFill>
                <a:latin typeface="Verdana"/>
                <a:cs typeface="Verdana"/>
              </a:rPr>
              <a:t>except</a:t>
            </a:r>
            <a:r>
              <a:rPr dirty="0" sz="3700" spc="-5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170">
                <a:solidFill>
                  <a:srgbClr val="FFFFFF"/>
                </a:solidFill>
                <a:latin typeface="Verdana"/>
                <a:cs typeface="Verdana"/>
              </a:rPr>
              <a:t>Block </a:t>
            </a:r>
            <a:r>
              <a:rPr dirty="0" sz="3700" spc="-330">
                <a:solidFill>
                  <a:srgbClr val="FFFFFF"/>
                </a:solidFill>
                <a:latin typeface="Verdana"/>
                <a:cs typeface="Verdana"/>
              </a:rPr>
              <a:t>Structure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000" y="6352035"/>
            <a:ext cx="607949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645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8000" spc="100" b="1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8000" spc="-25" b="1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8000" spc="-20" b="1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dirty="0" sz="8000" spc="-30" b="1">
                <a:solidFill>
                  <a:srgbClr val="FFFFFF"/>
                </a:solidFill>
                <a:latin typeface="Verdana"/>
                <a:cs typeface="Verdana"/>
              </a:rPr>
              <a:t>except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93326" y="962647"/>
            <a:ext cx="5542280" cy="2644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The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95">
                <a:solidFill>
                  <a:srgbClr val="111111"/>
                </a:solidFill>
                <a:latin typeface="Verdana"/>
                <a:cs typeface="Verdana"/>
              </a:rPr>
              <a:t>try-</a:t>
            </a:r>
            <a:r>
              <a:rPr dirty="0" sz="3200" spc="-250">
                <a:solidFill>
                  <a:srgbClr val="111111"/>
                </a:solidFill>
                <a:latin typeface="Verdana"/>
                <a:cs typeface="Verdana"/>
              </a:rPr>
              <a:t>except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04">
                <a:solidFill>
                  <a:srgbClr val="111111"/>
                </a:solidFill>
                <a:latin typeface="Verdana"/>
                <a:cs typeface="Verdana"/>
              </a:rPr>
              <a:t>block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is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used</a:t>
            </a:r>
            <a:r>
              <a:rPr dirty="0" sz="3200" spc="-4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">
                <a:solidFill>
                  <a:srgbClr val="111111"/>
                </a:solidFill>
                <a:latin typeface="Verdana"/>
                <a:cs typeface="Verdana"/>
              </a:rPr>
              <a:t>to </a:t>
            </a:r>
            <a:r>
              <a:rPr dirty="0" sz="3200" spc="-245">
                <a:solidFill>
                  <a:srgbClr val="111111"/>
                </a:solidFill>
                <a:latin typeface="Verdana"/>
                <a:cs typeface="Verdana"/>
              </a:rPr>
              <a:t>handle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0">
                <a:solidFill>
                  <a:srgbClr val="111111"/>
                </a:solidFill>
                <a:latin typeface="Verdana"/>
                <a:cs typeface="Verdana"/>
              </a:rPr>
              <a:t>exceptions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5">
                <a:solidFill>
                  <a:srgbClr val="111111"/>
                </a:solidFill>
                <a:latin typeface="Verdana"/>
                <a:cs typeface="Verdana"/>
              </a:rPr>
              <a:t>in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90">
                <a:solidFill>
                  <a:srgbClr val="111111"/>
                </a:solidFill>
                <a:latin typeface="Verdana"/>
                <a:cs typeface="Verdana"/>
              </a:rPr>
              <a:t>Python.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434">
                <a:solidFill>
                  <a:srgbClr val="111111"/>
                </a:solidFill>
                <a:latin typeface="Verdana"/>
                <a:cs typeface="Verdana"/>
              </a:rPr>
              <a:t>It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allows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00">
                <a:solidFill>
                  <a:srgbClr val="111111"/>
                </a:solidFill>
                <a:latin typeface="Verdana"/>
                <a:cs typeface="Verdana"/>
              </a:rPr>
              <a:t>you</a:t>
            </a:r>
            <a:r>
              <a:rPr dirty="0" sz="3200" spc="-4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to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execute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150">
                <a:solidFill>
                  <a:srgbClr val="111111"/>
                </a:solidFill>
                <a:latin typeface="Verdana"/>
                <a:cs typeface="Verdana"/>
              </a:rPr>
              <a:t>code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00">
                <a:solidFill>
                  <a:srgbClr val="111111"/>
                </a:solidFill>
                <a:latin typeface="Verdana"/>
                <a:cs typeface="Verdana"/>
              </a:rPr>
              <a:t>that </a:t>
            </a:r>
            <a:r>
              <a:rPr dirty="0" sz="3200" spc="-459">
                <a:solidFill>
                  <a:srgbClr val="111111"/>
                </a:solidFill>
                <a:latin typeface="Verdana"/>
                <a:cs typeface="Verdana"/>
              </a:rPr>
              <a:t>may</a:t>
            </a:r>
            <a:r>
              <a:rPr dirty="0" sz="3200" spc="-4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29">
                <a:solidFill>
                  <a:srgbClr val="111111"/>
                </a:solidFill>
                <a:latin typeface="Verdana"/>
                <a:cs typeface="Verdana"/>
              </a:rPr>
              <a:t>cause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10">
                <a:solidFill>
                  <a:srgbClr val="111111"/>
                </a:solidFill>
                <a:latin typeface="Verdana"/>
                <a:cs typeface="Verdana"/>
              </a:rPr>
              <a:t>an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05">
                <a:solidFill>
                  <a:srgbClr val="111111"/>
                </a:solidFill>
                <a:latin typeface="Verdana"/>
                <a:cs typeface="Verdana"/>
              </a:rPr>
              <a:t>error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and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manage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that</a:t>
            </a:r>
            <a:r>
              <a:rPr dirty="0" sz="3200" spc="-4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05">
                <a:solidFill>
                  <a:srgbClr val="111111"/>
                </a:solidFill>
                <a:latin typeface="Verdana"/>
                <a:cs typeface="Verdana"/>
              </a:rPr>
              <a:t>error</a:t>
            </a:r>
            <a:r>
              <a:rPr dirty="0" sz="3200" spc="-4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00">
                <a:solidFill>
                  <a:srgbClr val="111111"/>
                </a:solidFill>
                <a:latin typeface="Verdana"/>
                <a:cs typeface="Verdana"/>
              </a:rPr>
              <a:t>gracefully.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7817478"/>
            <a:ext cx="638746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100"/>
              </a:spcBef>
            </a:pPr>
            <a:r>
              <a:rPr dirty="0" sz="3700" spc="-240">
                <a:solidFill>
                  <a:srgbClr val="FFFFFF"/>
                </a:solidFill>
                <a:latin typeface="Verdana"/>
                <a:cs typeface="Verdana"/>
              </a:rPr>
              <a:t>Catching</a:t>
            </a:r>
            <a:r>
              <a:rPr dirty="0" sz="3700" spc="-3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25">
                <a:solidFill>
                  <a:srgbClr val="FFFFFF"/>
                </a:solidFill>
                <a:latin typeface="Verdana"/>
                <a:cs typeface="Verdana"/>
              </a:rPr>
              <a:t>Multiple</a:t>
            </a:r>
            <a:r>
              <a:rPr dirty="0" sz="3700" spc="-3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75">
                <a:solidFill>
                  <a:srgbClr val="FFFFFF"/>
                </a:solidFill>
                <a:latin typeface="Verdana"/>
                <a:cs typeface="Verdana"/>
              </a:rPr>
              <a:t>Exceptions</a:t>
            </a:r>
            <a:r>
              <a:rPr dirty="0" sz="3700" spc="-3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00">
                <a:solidFill>
                  <a:srgbClr val="FFFFFF"/>
                </a:solidFill>
                <a:latin typeface="Verdana"/>
                <a:cs typeface="Verdana"/>
              </a:rPr>
              <a:t>in </a:t>
            </a:r>
            <a:r>
              <a:rPr dirty="0" sz="3700" spc="-285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000" y="6352035"/>
            <a:ext cx="612394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75" b="1">
                <a:solidFill>
                  <a:srgbClr val="FFFFFF"/>
                </a:solidFill>
                <a:latin typeface="Verdana"/>
                <a:cs typeface="Verdana"/>
              </a:rPr>
              <a:t>Exceptions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93326" y="962647"/>
            <a:ext cx="5778500" cy="2644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dirty="0" sz="3200" spc="-420">
                <a:solidFill>
                  <a:srgbClr val="111111"/>
                </a:solidFill>
                <a:latin typeface="Verdana"/>
                <a:cs typeface="Verdana"/>
              </a:rPr>
              <a:t>In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90">
                <a:solidFill>
                  <a:srgbClr val="111111"/>
                </a:solidFill>
                <a:latin typeface="Verdana"/>
                <a:cs typeface="Verdana"/>
              </a:rPr>
              <a:t>Python,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00">
                <a:solidFill>
                  <a:srgbClr val="111111"/>
                </a:solidFill>
                <a:latin typeface="Verdana"/>
                <a:cs typeface="Verdana"/>
              </a:rPr>
              <a:t>you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10">
                <a:solidFill>
                  <a:srgbClr val="111111"/>
                </a:solidFill>
                <a:latin typeface="Verdana"/>
                <a:cs typeface="Verdana"/>
              </a:rPr>
              <a:t>can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185">
                <a:solidFill>
                  <a:srgbClr val="111111"/>
                </a:solidFill>
                <a:latin typeface="Verdana"/>
                <a:cs typeface="Verdana"/>
              </a:rPr>
              <a:t>catch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70">
                <a:solidFill>
                  <a:srgbClr val="111111"/>
                </a:solidFill>
                <a:latin typeface="Verdana"/>
                <a:cs typeface="Verdana"/>
              </a:rPr>
              <a:t>multiple </a:t>
            </a:r>
            <a:r>
              <a:rPr dirty="0" sz="3200" spc="-250">
                <a:solidFill>
                  <a:srgbClr val="111111"/>
                </a:solidFill>
                <a:latin typeface="Verdana"/>
                <a:cs typeface="Verdana"/>
              </a:rPr>
              <a:t>exceptions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using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a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single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45">
                <a:solidFill>
                  <a:srgbClr val="111111"/>
                </a:solidFill>
                <a:latin typeface="Verdana"/>
                <a:cs typeface="Verdana"/>
              </a:rPr>
              <a:t>except </a:t>
            </a:r>
            <a:r>
              <a:rPr dirty="0" sz="3200" spc="-265">
                <a:solidFill>
                  <a:srgbClr val="111111"/>
                </a:solidFill>
                <a:latin typeface="Verdana"/>
                <a:cs typeface="Verdana"/>
              </a:rPr>
              <a:t>block.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This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29">
                <a:solidFill>
                  <a:srgbClr val="111111"/>
                </a:solidFill>
                <a:latin typeface="Verdana"/>
                <a:cs typeface="Verdana"/>
              </a:rPr>
              <a:t>helps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5">
                <a:solidFill>
                  <a:srgbClr val="111111"/>
                </a:solidFill>
                <a:latin typeface="Verdana"/>
                <a:cs typeface="Verdana"/>
              </a:rPr>
              <a:t>in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85" b="1">
                <a:solidFill>
                  <a:srgbClr val="111111"/>
                </a:solidFill>
                <a:latin typeface="Verdana"/>
                <a:cs typeface="Verdana"/>
              </a:rPr>
              <a:t>simplifying </a:t>
            </a:r>
            <a:r>
              <a:rPr dirty="0" sz="3200" spc="-400" b="1">
                <a:solidFill>
                  <a:srgbClr val="111111"/>
                </a:solidFill>
                <a:latin typeface="Verdana"/>
                <a:cs typeface="Verdana"/>
              </a:rPr>
              <a:t>error</a:t>
            </a:r>
            <a:r>
              <a:rPr dirty="0" sz="3200" spc="-380" b="1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70" b="1">
                <a:solidFill>
                  <a:srgbClr val="111111"/>
                </a:solidFill>
                <a:latin typeface="Verdana"/>
                <a:cs typeface="Verdana"/>
              </a:rPr>
              <a:t>handling</a:t>
            </a:r>
            <a:r>
              <a:rPr dirty="0" sz="3200" spc="-325" b="1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and</a:t>
            </a:r>
            <a:r>
              <a:rPr dirty="0" sz="3200" spc="-35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5">
                <a:solidFill>
                  <a:srgbClr val="111111"/>
                </a:solidFill>
                <a:latin typeface="Verdana"/>
                <a:cs typeface="Verdana"/>
              </a:rPr>
              <a:t>keeping</a:t>
            </a:r>
            <a:r>
              <a:rPr dirty="0" sz="3200" spc="-4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your </a:t>
            </a:r>
            <a:r>
              <a:rPr dirty="0" sz="3200" spc="-150">
                <a:solidFill>
                  <a:srgbClr val="111111"/>
                </a:solidFill>
                <a:latin typeface="Verdana"/>
                <a:cs typeface="Verdana"/>
              </a:rPr>
              <a:t>code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04">
                <a:solidFill>
                  <a:srgbClr val="111111"/>
                </a:solidFill>
                <a:latin typeface="Verdana"/>
                <a:cs typeface="Verdana"/>
              </a:rPr>
              <a:t>clean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and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135">
                <a:solidFill>
                  <a:srgbClr val="111111"/>
                </a:solidFill>
                <a:latin typeface="Verdana"/>
                <a:cs typeface="Verdana"/>
              </a:rPr>
              <a:t>efficient.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8472837"/>
            <a:ext cx="7661909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295">
                <a:solidFill>
                  <a:srgbClr val="FFFFFF"/>
                </a:solidFill>
                <a:latin typeface="Verdana"/>
                <a:cs typeface="Verdana"/>
              </a:rPr>
              <a:t>Understanding</a:t>
            </a:r>
            <a:r>
              <a:rPr dirty="0" sz="3700" spc="-4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50">
                <a:solidFill>
                  <a:srgbClr val="FFFFFF"/>
                </a:solidFill>
                <a:latin typeface="Verdana"/>
                <a:cs typeface="Verdana"/>
              </a:rPr>
              <a:t>else</a:t>
            </a:r>
            <a:r>
              <a:rPr dirty="0" sz="3700" spc="-40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3700" spc="-5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90">
                <a:solidFill>
                  <a:srgbClr val="FFFFFF"/>
                </a:solidFill>
                <a:latin typeface="Verdana"/>
                <a:cs typeface="Verdana"/>
              </a:rPr>
              <a:t>finally</a:t>
            </a:r>
            <a:r>
              <a:rPr dirty="0" sz="3700" spc="-5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70">
                <a:solidFill>
                  <a:srgbClr val="FFFFFF"/>
                </a:solidFill>
                <a:latin typeface="Verdana"/>
                <a:cs typeface="Verdana"/>
              </a:rPr>
              <a:t>clauses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000" y="6961635"/>
            <a:ext cx="553910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70" b="1">
                <a:solidFill>
                  <a:srgbClr val="FFFFFF"/>
                </a:solidFill>
                <a:latin typeface="Verdana"/>
                <a:cs typeface="Verdana"/>
              </a:rPr>
              <a:t>Exception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93326" y="962647"/>
            <a:ext cx="5925185" cy="3168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The</a:t>
            </a:r>
            <a:r>
              <a:rPr dirty="0" sz="3200" spc="-35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20" b="1">
                <a:solidFill>
                  <a:srgbClr val="111111"/>
                </a:solidFill>
                <a:latin typeface="Verdana"/>
                <a:cs typeface="Verdana"/>
              </a:rPr>
              <a:t>else</a:t>
            </a:r>
            <a:r>
              <a:rPr dirty="0" sz="3200" spc="-270" b="1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30" b="1">
                <a:solidFill>
                  <a:srgbClr val="111111"/>
                </a:solidFill>
                <a:latin typeface="Verdana"/>
                <a:cs typeface="Verdana"/>
              </a:rPr>
              <a:t>clause</a:t>
            </a:r>
            <a:r>
              <a:rPr dirty="0" sz="3200" spc="-310" b="1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executes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10">
                <a:solidFill>
                  <a:srgbClr val="111111"/>
                </a:solidFill>
                <a:latin typeface="Verdana"/>
                <a:cs typeface="Verdana"/>
              </a:rPr>
              <a:t>if</a:t>
            </a:r>
            <a:r>
              <a:rPr dirty="0" sz="3200" spc="-4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">
                <a:solidFill>
                  <a:srgbClr val="111111"/>
                </a:solidFill>
                <a:latin typeface="Verdana"/>
                <a:cs typeface="Verdana"/>
              </a:rPr>
              <a:t>no </a:t>
            </a:r>
            <a:r>
              <a:rPr dirty="0" sz="3200" spc="-250">
                <a:solidFill>
                  <a:srgbClr val="111111"/>
                </a:solidFill>
                <a:latin typeface="Verdana"/>
                <a:cs typeface="Verdana"/>
              </a:rPr>
              <a:t>exceptions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occur,</a:t>
            </a:r>
            <a:r>
              <a:rPr dirty="0" sz="3200" spc="-4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70">
                <a:solidFill>
                  <a:srgbClr val="111111"/>
                </a:solidFill>
                <a:latin typeface="Verdana"/>
                <a:cs typeface="Verdana"/>
              </a:rPr>
              <a:t>while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the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60" b="1">
                <a:solidFill>
                  <a:srgbClr val="111111"/>
                </a:solidFill>
                <a:latin typeface="Verdana"/>
                <a:cs typeface="Verdana"/>
              </a:rPr>
              <a:t>finally </a:t>
            </a:r>
            <a:r>
              <a:rPr dirty="0" sz="3200" spc="-305" b="1">
                <a:solidFill>
                  <a:srgbClr val="111111"/>
                </a:solidFill>
                <a:latin typeface="Verdana"/>
                <a:cs typeface="Verdana"/>
              </a:rPr>
              <a:t>block</a:t>
            </a:r>
            <a:r>
              <a:rPr dirty="0" sz="3200" spc="-325" b="1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95">
                <a:solidFill>
                  <a:srgbClr val="111111"/>
                </a:solidFill>
                <a:latin typeface="Verdana"/>
                <a:cs typeface="Verdana"/>
              </a:rPr>
              <a:t>runs</a:t>
            </a:r>
            <a:r>
              <a:rPr dirty="0" sz="3200" spc="-35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75">
                <a:solidFill>
                  <a:srgbClr val="111111"/>
                </a:solidFill>
                <a:latin typeface="Verdana"/>
                <a:cs typeface="Verdana"/>
              </a:rPr>
              <a:t>regardless</a:t>
            </a:r>
            <a:r>
              <a:rPr dirty="0" sz="3200" spc="-35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10">
                <a:solidFill>
                  <a:srgbClr val="111111"/>
                </a:solidFill>
                <a:latin typeface="Verdana"/>
                <a:cs typeface="Verdana"/>
              </a:rPr>
              <a:t>of</a:t>
            </a:r>
            <a:r>
              <a:rPr dirty="0" sz="3200" spc="-4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an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exception's</a:t>
            </a:r>
            <a:r>
              <a:rPr dirty="0" sz="3200" spc="-31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29">
                <a:solidFill>
                  <a:srgbClr val="111111"/>
                </a:solidFill>
                <a:latin typeface="Verdana"/>
                <a:cs typeface="Verdana"/>
              </a:rPr>
              <a:t>occurrence.</a:t>
            </a:r>
            <a:r>
              <a:rPr dirty="0" sz="3200" spc="-409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This ensures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15">
                <a:solidFill>
                  <a:srgbClr val="111111"/>
                </a:solidFill>
                <a:latin typeface="Verdana"/>
                <a:cs typeface="Verdana"/>
              </a:rPr>
              <a:t>cleanup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and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100">
                <a:solidFill>
                  <a:srgbClr val="111111"/>
                </a:solidFill>
                <a:latin typeface="Verdana"/>
                <a:cs typeface="Verdana"/>
              </a:rPr>
              <a:t>resource 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management</a:t>
            </a:r>
            <a:r>
              <a:rPr dirty="0" sz="3200" spc="-4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5">
                <a:solidFill>
                  <a:srgbClr val="111111"/>
                </a:solidFill>
                <a:latin typeface="Verdana"/>
                <a:cs typeface="Verdana"/>
              </a:rPr>
              <a:t>in</a:t>
            </a:r>
            <a:r>
              <a:rPr dirty="0" sz="3200" spc="-434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15">
                <a:solidFill>
                  <a:srgbClr val="111111"/>
                </a:solidFill>
                <a:latin typeface="Verdana"/>
                <a:cs typeface="Verdana"/>
              </a:rPr>
              <a:t>your</a:t>
            </a:r>
            <a:r>
              <a:rPr dirty="0" sz="3200" spc="-434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10">
                <a:solidFill>
                  <a:srgbClr val="111111"/>
                </a:solidFill>
                <a:latin typeface="Verdana"/>
                <a:cs typeface="Verdana"/>
              </a:rPr>
              <a:t>code.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8472837"/>
            <a:ext cx="6314440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295">
                <a:solidFill>
                  <a:srgbClr val="FFFFFF"/>
                </a:solidFill>
                <a:latin typeface="Verdana"/>
                <a:cs typeface="Verdana"/>
              </a:rPr>
              <a:t>Understanding</a:t>
            </a:r>
            <a:r>
              <a:rPr dirty="0" sz="3700" spc="-4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55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dirty="0" sz="3700" spc="-6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8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3700" spc="-4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90">
                <a:solidFill>
                  <a:srgbClr val="FFFFFF"/>
                </a:solidFill>
                <a:latin typeface="Verdana"/>
                <a:cs typeface="Verdana"/>
              </a:rPr>
              <a:t>use</a:t>
            </a:r>
            <a:r>
              <a:rPr dirty="0" sz="3700" spc="-4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50">
                <a:solidFill>
                  <a:srgbClr val="FFFFFF"/>
                </a:solidFill>
                <a:latin typeface="Verdana"/>
                <a:cs typeface="Verdana"/>
              </a:rPr>
              <a:t>raise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000" y="6961635"/>
            <a:ext cx="401637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275" b="1">
                <a:solidFill>
                  <a:srgbClr val="FFFFFF"/>
                </a:solidFill>
                <a:latin typeface="Verdana"/>
                <a:cs typeface="Verdana"/>
              </a:rPr>
              <a:t>Raising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93326" y="962647"/>
            <a:ext cx="5954395" cy="3168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dirty="0" sz="3200" spc="-270">
                <a:solidFill>
                  <a:srgbClr val="111111"/>
                </a:solidFill>
                <a:latin typeface="Verdana"/>
                <a:cs typeface="Verdana"/>
              </a:rPr>
              <a:t>Raising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0">
                <a:solidFill>
                  <a:srgbClr val="111111"/>
                </a:solidFill>
                <a:latin typeface="Verdana"/>
                <a:cs typeface="Verdana"/>
              </a:rPr>
              <a:t>exceptions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5">
                <a:solidFill>
                  <a:srgbClr val="111111"/>
                </a:solidFill>
                <a:latin typeface="Verdana"/>
                <a:cs typeface="Verdana"/>
              </a:rPr>
              <a:t>in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50">
                <a:solidFill>
                  <a:srgbClr val="111111"/>
                </a:solidFill>
                <a:latin typeface="Verdana"/>
                <a:cs typeface="Verdana"/>
              </a:rPr>
              <a:t>Python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allows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developers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to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5">
                <a:solidFill>
                  <a:srgbClr val="111111"/>
                </a:solidFill>
                <a:latin typeface="Verdana"/>
                <a:cs typeface="Verdana"/>
              </a:rPr>
              <a:t>signal </a:t>
            </a:r>
            <a:r>
              <a:rPr dirty="0" sz="3200" spc="-265" b="1">
                <a:solidFill>
                  <a:srgbClr val="111111"/>
                </a:solidFill>
                <a:latin typeface="Verdana"/>
                <a:cs typeface="Verdana"/>
              </a:rPr>
              <a:t>specific</a:t>
            </a:r>
            <a:r>
              <a:rPr dirty="0" sz="3200" spc="-275" b="1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430" b="1">
                <a:solidFill>
                  <a:srgbClr val="111111"/>
                </a:solidFill>
                <a:latin typeface="Verdana"/>
                <a:cs typeface="Verdana"/>
              </a:rPr>
              <a:t>errors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.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This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is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20">
                <a:solidFill>
                  <a:srgbClr val="111111"/>
                </a:solidFill>
                <a:latin typeface="Verdana"/>
                <a:cs typeface="Verdana"/>
              </a:rPr>
              <a:t>done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75">
                <a:solidFill>
                  <a:srgbClr val="111111"/>
                </a:solidFill>
                <a:latin typeface="Verdana"/>
                <a:cs typeface="Verdana"/>
              </a:rPr>
              <a:t>using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the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90">
                <a:solidFill>
                  <a:srgbClr val="111111"/>
                </a:solidFill>
                <a:latin typeface="Verdana"/>
                <a:cs typeface="Verdana"/>
              </a:rPr>
              <a:t>raise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15">
                <a:solidFill>
                  <a:srgbClr val="111111"/>
                </a:solidFill>
                <a:latin typeface="Verdana"/>
                <a:cs typeface="Verdana"/>
              </a:rPr>
              <a:t>statement</a:t>
            </a:r>
            <a:r>
              <a:rPr dirty="0" sz="3200" spc="-5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to</a:t>
            </a:r>
            <a:r>
              <a:rPr dirty="0" sz="3200" spc="-4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trigger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an </a:t>
            </a:r>
            <a:r>
              <a:rPr dirty="0" sz="3200" spc="-245">
                <a:solidFill>
                  <a:srgbClr val="111111"/>
                </a:solidFill>
                <a:latin typeface="Verdana"/>
                <a:cs typeface="Verdana"/>
              </a:rPr>
              <a:t>exception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and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manage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error </a:t>
            </a:r>
            <a:r>
              <a:rPr dirty="0" sz="3200" spc="-245">
                <a:solidFill>
                  <a:srgbClr val="111111"/>
                </a:solidFill>
                <a:latin typeface="Verdana"/>
                <a:cs typeface="Verdana"/>
              </a:rPr>
              <a:t>handling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90">
                <a:solidFill>
                  <a:srgbClr val="111111"/>
                </a:solidFill>
                <a:latin typeface="Verdana"/>
                <a:cs typeface="Verdana"/>
              </a:rPr>
              <a:t>effectively.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8472837"/>
            <a:ext cx="7074534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280">
                <a:solidFill>
                  <a:srgbClr val="FFFFFF"/>
                </a:solidFill>
                <a:latin typeface="Verdana"/>
                <a:cs typeface="Verdana"/>
              </a:rPr>
              <a:t>Creating</a:t>
            </a:r>
            <a:r>
              <a:rPr dirty="0" sz="3700" spc="-4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40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3700" spc="-4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25">
                <a:solidFill>
                  <a:srgbClr val="FFFFFF"/>
                </a:solidFill>
                <a:latin typeface="Verdana"/>
                <a:cs typeface="Verdana"/>
              </a:rPr>
              <a:t>Custom</a:t>
            </a:r>
            <a:r>
              <a:rPr dirty="0" sz="3700" spc="-4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65">
                <a:solidFill>
                  <a:srgbClr val="FFFFFF"/>
                </a:solidFill>
                <a:latin typeface="Verdana"/>
                <a:cs typeface="Verdana"/>
              </a:rPr>
              <a:t>Exception</a:t>
            </a:r>
            <a:r>
              <a:rPr dirty="0" sz="3700" spc="-4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65">
                <a:solidFill>
                  <a:srgbClr val="FFFFFF"/>
                </a:solidFill>
                <a:latin typeface="Verdana"/>
                <a:cs typeface="Verdana"/>
              </a:rPr>
              <a:t>Class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000" y="6961635"/>
            <a:ext cx="612394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75" b="1">
                <a:solidFill>
                  <a:srgbClr val="FFFFFF"/>
                </a:solidFill>
                <a:latin typeface="Verdana"/>
                <a:cs typeface="Verdana"/>
              </a:rPr>
              <a:t>Exceptions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93326" y="962647"/>
            <a:ext cx="5822950" cy="3168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dirty="0" sz="3200" spc="-420">
                <a:solidFill>
                  <a:srgbClr val="111111"/>
                </a:solidFill>
                <a:latin typeface="Verdana"/>
                <a:cs typeface="Verdana"/>
              </a:rPr>
              <a:t>In</a:t>
            </a:r>
            <a:r>
              <a:rPr dirty="0" sz="3200" spc="-36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90">
                <a:solidFill>
                  <a:srgbClr val="111111"/>
                </a:solidFill>
                <a:latin typeface="Verdana"/>
                <a:cs typeface="Verdana"/>
              </a:rPr>
              <a:t>Python,</a:t>
            </a:r>
            <a:r>
              <a:rPr dirty="0" sz="3200" spc="-36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a</a:t>
            </a:r>
            <a:r>
              <a:rPr dirty="0" sz="3200" spc="-36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75">
                <a:solidFill>
                  <a:srgbClr val="111111"/>
                </a:solidFill>
                <a:latin typeface="Verdana"/>
                <a:cs typeface="Verdana"/>
              </a:rPr>
              <a:t>custom</a:t>
            </a:r>
            <a:r>
              <a:rPr dirty="0" sz="3200" spc="-36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114">
                <a:solidFill>
                  <a:srgbClr val="111111"/>
                </a:solidFill>
                <a:latin typeface="Verdana"/>
                <a:cs typeface="Verdana"/>
              </a:rPr>
              <a:t>exception </a:t>
            </a:r>
            <a:r>
              <a:rPr dirty="0" sz="3200" spc="-225">
                <a:solidFill>
                  <a:srgbClr val="111111"/>
                </a:solidFill>
                <a:latin typeface="Verdana"/>
                <a:cs typeface="Verdana"/>
              </a:rPr>
              <a:t>class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allows</a:t>
            </a:r>
            <a:r>
              <a:rPr dirty="0" sz="3200" spc="-4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00">
                <a:solidFill>
                  <a:srgbClr val="111111"/>
                </a:solidFill>
                <a:latin typeface="Verdana"/>
                <a:cs typeface="Verdana"/>
              </a:rPr>
              <a:t>you</a:t>
            </a:r>
            <a:r>
              <a:rPr dirty="0" sz="3200" spc="-4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to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25">
                <a:solidFill>
                  <a:srgbClr val="111111"/>
                </a:solidFill>
                <a:latin typeface="Verdana"/>
                <a:cs typeface="Verdana"/>
              </a:rPr>
              <a:t>define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125">
                <a:solidFill>
                  <a:srgbClr val="111111"/>
                </a:solidFill>
                <a:latin typeface="Verdana"/>
                <a:cs typeface="Verdana"/>
              </a:rPr>
              <a:t>specific </a:t>
            </a:r>
            <a:r>
              <a:rPr dirty="0" sz="3200" spc="-305">
                <a:solidFill>
                  <a:srgbClr val="111111"/>
                </a:solidFill>
                <a:latin typeface="Verdana"/>
                <a:cs typeface="Verdana"/>
              </a:rPr>
              <a:t>error</a:t>
            </a:r>
            <a:r>
              <a:rPr dirty="0" sz="3200" spc="-5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types.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This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35">
                <a:solidFill>
                  <a:srgbClr val="111111"/>
                </a:solidFill>
                <a:latin typeface="Verdana"/>
                <a:cs typeface="Verdana"/>
              </a:rPr>
              <a:t>enhances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error 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management</a:t>
            </a:r>
            <a:r>
              <a:rPr dirty="0" sz="3200" spc="-4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00">
                <a:solidFill>
                  <a:srgbClr val="111111"/>
                </a:solidFill>
                <a:latin typeface="Verdana"/>
                <a:cs typeface="Verdana"/>
              </a:rPr>
              <a:t>by</a:t>
            </a:r>
            <a:r>
              <a:rPr dirty="0" sz="3200" spc="-4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providing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10">
                <a:solidFill>
                  <a:srgbClr val="111111"/>
                </a:solidFill>
                <a:latin typeface="Verdana"/>
                <a:cs typeface="Verdana"/>
              </a:rPr>
              <a:t>clear </a:t>
            </a:r>
            <a:r>
              <a:rPr dirty="0" sz="3200" spc="-229">
                <a:solidFill>
                  <a:srgbClr val="111111"/>
                </a:solidFill>
                <a:latin typeface="Verdana"/>
                <a:cs typeface="Verdana"/>
              </a:rPr>
              <a:t>feedback</a:t>
            </a:r>
            <a:r>
              <a:rPr dirty="0" sz="3200" spc="-434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and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05">
                <a:solidFill>
                  <a:srgbClr val="111111"/>
                </a:solidFill>
                <a:latin typeface="Verdana"/>
                <a:cs typeface="Verdana"/>
              </a:rPr>
              <a:t>improving</a:t>
            </a:r>
            <a:r>
              <a:rPr dirty="0" sz="3200" spc="-33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0">
                <a:solidFill>
                  <a:srgbClr val="111111"/>
                </a:solidFill>
                <a:latin typeface="Verdana"/>
                <a:cs typeface="Verdana"/>
              </a:rPr>
              <a:t>code </a:t>
            </a:r>
            <a:r>
              <a:rPr dirty="0" sz="3200" spc="-320">
                <a:solidFill>
                  <a:srgbClr val="111111"/>
                </a:solidFill>
                <a:latin typeface="Verdana"/>
                <a:cs typeface="Verdana"/>
              </a:rPr>
              <a:t>readability.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7817478"/>
            <a:ext cx="625475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100"/>
              </a:spcBef>
            </a:pPr>
            <a:r>
              <a:rPr dirty="0" sz="3700" spc="-440">
                <a:solidFill>
                  <a:srgbClr val="FFFFFF"/>
                </a:solidFill>
                <a:latin typeface="Verdana"/>
                <a:cs typeface="Verdana"/>
              </a:rPr>
              <a:t>Key</a:t>
            </a:r>
            <a:r>
              <a:rPr dirty="0" sz="3700" spc="-5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40">
                <a:solidFill>
                  <a:srgbClr val="FFFFFF"/>
                </a:solidFill>
                <a:latin typeface="Verdana"/>
                <a:cs typeface="Verdana"/>
              </a:rPr>
              <a:t>Practices</a:t>
            </a:r>
            <a:r>
              <a:rPr dirty="0" sz="3700" spc="-4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95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3700" spc="-5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254">
                <a:solidFill>
                  <a:srgbClr val="FFFFFF"/>
                </a:solidFill>
                <a:latin typeface="Verdana"/>
                <a:cs typeface="Verdana"/>
              </a:rPr>
              <a:t>Effective</a:t>
            </a:r>
            <a:r>
              <a:rPr dirty="0" sz="3700" spc="-3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 spc="-355">
                <a:solidFill>
                  <a:srgbClr val="FFFFFF"/>
                </a:solidFill>
                <a:latin typeface="Verdana"/>
                <a:cs typeface="Verdana"/>
              </a:rPr>
              <a:t>Error </a:t>
            </a:r>
            <a:r>
              <a:rPr dirty="0" sz="3700" spc="-285">
                <a:solidFill>
                  <a:srgbClr val="FFFFFF"/>
                </a:solidFill>
                <a:latin typeface="Verdana"/>
                <a:cs typeface="Verdana"/>
              </a:rPr>
              <a:t>Handling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000" y="6352035"/>
            <a:ext cx="252285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30" b="1">
                <a:solidFill>
                  <a:srgbClr val="FFFFFF"/>
                </a:solidFill>
                <a:latin typeface="Verdana"/>
                <a:cs typeface="Verdana"/>
              </a:rPr>
              <a:t>Best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93326" y="962647"/>
            <a:ext cx="5994400" cy="369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dirty="0" sz="3200" spc="-320">
                <a:solidFill>
                  <a:srgbClr val="111111"/>
                </a:solidFill>
                <a:latin typeface="Verdana"/>
                <a:cs typeface="Verdana"/>
              </a:rPr>
              <a:t>Implementing</a:t>
            </a:r>
            <a:r>
              <a:rPr dirty="0" sz="3200" spc="-3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40" b="1">
                <a:solidFill>
                  <a:srgbClr val="111111"/>
                </a:solidFill>
                <a:latin typeface="Verdana"/>
                <a:cs typeface="Verdana"/>
              </a:rPr>
              <a:t>consistent</a:t>
            </a:r>
            <a:r>
              <a:rPr dirty="0" sz="3200" spc="-345" b="1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409" b="1">
                <a:solidFill>
                  <a:srgbClr val="111111"/>
                </a:solidFill>
                <a:latin typeface="Verdana"/>
                <a:cs typeface="Verdana"/>
              </a:rPr>
              <a:t>error </a:t>
            </a:r>
            <a:r>
              <a:rPr dirty="0" sz="3200" spc="-370" b="1">
                <a:solidFill>
                  <a:srgbClr val="111111"/>
                </a:solidFill>
                <a:latin typeface="Verdana"/>
                <a:cs typeface="Verdana"/>
              </a:rPr>
              <a:t>handling</a:t>
            </a:r>
            <a:r>
              <a:rPr dirty="0" sz="3200" spc="-330" b="1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75">
                <a:solidFill>
                  <a:srgbClr val="111111"/>
                </a:solidFill>
                <a:latin typeface="Verdana"/>
                <a:cs typeface="Verdana"/>
              </a:rPr>
              <a:t>strategies</a:t>
            </a:r>
            <a:r>
              <a:rPr dirty="0" sz="3200" spc="-35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75">
                <a:solidFill>
                  <a:srgbClr val="111111"/>
                </a:solidFill>
                <a:latin typeface="Verdana"/>
                <a:cs typeface="Verdana"/>
              </a:rPr>
              <a:t>enhances </a:t>
            </a:r>
            <a:r>
              <a:rPr dirty="0" sz="3200" spc="-150">
                <a:solidFill>
                  <a:srgbClr val="111111"/>
                </a:solidFill>
                <a:latin typeface="Verdana"/>
                <a:cs typeface="Verdana"/>
              </a:rPr>
              <a:t>code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70">
                <a:solidFill>
                  <a:srgbClr val="111111"/>
                </a:solidFill>
                <a:latin typeface="Verdana"/>
                <a:cs typeface="Verdana"/>
              </a:rPr>
              <a:t>robustness</a:t>
            </a:r>
            <a:r>
              <a:rPr dirty="0" sz="3200" spc="-32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5">
                <a:solidFill>
                  <a:srgbClr val="111111"/>
                </a:solidFill>
                <a:latin typeface="Verdana"/>
                <a:cs typeface="Verdana"/>
              </a:rPr>
              <a:t>and </a:t>
            </a:r>
            <a:r>
              <a:rPr dirty="0" sz="3200" spc="-320">
                <a:solidFill>
                  <a:srgbClr val="111111"/>
                </a:solidFill>
                <a:latin typeface="Verdana"/>
                <a:cs typeface="Verdana"/>
              </a:rPr>
              <a:t>maintainability.</a:t>
            </a:r>
            <a:r>
              <a:rPr dirty="0" sz="3200" spc="-4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Always</a:t>
            </a:r>
            <a:r>
              <a:rPr dirty="0" sz="3200" spc="-35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04">
                <a:solidFill>
                  <a:srgbClr val="111111"/>
                </a:solidFill>
                <a:latin typeface="Verdana"/>
                <a:cs typeface="Verdana"/>
              </a:rPr>
              <a:t>log</a:t>
            </a:r>
            <a:r>
              <a:rPr dirty="0" sz="3200" spc="-35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55">
                <a:solidFill>
                  <a:srgbClr val="111111"/>
                </a:solidFill>
                <a:latin typeface="Verdana"/>
                <a:cs typeface="Verdana"/>
              </a:rPr>
              <a:t>errors, </a:t>
            </a:r>
            <a:r>
              <a:rPr dirty="0" sz="3200" spc="-275">
                <a:solidFill>
                  <a:srgbClr val="111111"/>
                </a:solidFill>
                <a:latin typeface="Verdana"/>
                <a:cs typeface="Verdana"/>
              </a:rPr>
              <a:t>avoid</a:t>
            </a:r>
            <a:r>
              <a:rPr dirty="0" sz="3200" spc="-36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5">
                <a:solidFill>
                  <a:srgbClr val="111111"/>
                </a:solidFill>
                <a:latin typeface="Verdana"/>
                <a:cs typeface="Verdana"/>
              </a:rPr>
              <a:t>bare</a:t>
            </a:r>
            <a:r>
              <a:rPr dirty="0" sz="3200" spc="-36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75">
                <a:solidFill>
                  <a:srgbClr val="111111"/>
                </a:solidFill>
                <a:latin typeface="Verdana"/>
                <a:cs typeface="Verdana"/>
              </a:rPr>
              <a:t>exceptions,</a:t>
            </a:r>
            <a:r>
              <a:rPr dirty="0" sz="3200" spc="-35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and</a:t>
            </a:r>
            <a:r>
              <a:rPr dirty="0" sz="3200" spc="-36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90">
                <a:solidFill>
                  <a:srgbClr val="111111"/>
                </a:solidFill>
                <a:latin typeface="Verdana"/>
                <a:cs typeface="Verdana"/>
              </a:rPr>
              <a:t>ensure </a:t>
            </a:r>
            <a:r>
              <a:rPr dirty="0" sz="3200" spc="-285">
                <a:solidFill>
                  <a:srgbClr val="111111"/>
                </a:solidFill>
                <a:latin typeface="Verdana"/>
                <a:cs typeface="Verdana"/>
              </a:rPr>
              <a:t>user-</a:t>
            </a:r>
            <a:r>
              <a:rPr dirty="0" sz="3200" spc="-254">
                <a:solidFill>
                  <a:srgbClr val="111111"/>
                </a:solidFill>
                <a:latin typeface="Verdana"/>
                <a:cs typeface="Verdana"/>
              </a:rPr>
              <a:t>friendly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310">
                <a:solidFill>
                  <a:srgbClr val="111111"/>
                </a:solidFill>
                <a:latin typeface="Verdana"/>
                <a:cs typeface="Verdana"/>
              </a:rPr>
              <a:t>messages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111111"/>
                </a:solidFill>
                <a:latin typeface="Verdana"/>
                <a:cs typeface="Verdana"/>
              </a:rPr>
              <a:t>to</a:t>
            </a:r>
            <a:r>
              <a:rPr dirty="0" sz="3200" spc="-43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00">
                <a:solidFill>
                  <a:srgbClr val="111111"/>
                </a:solidFill>
                <a:latin typeface="Verdana"/>
                <a:cs typeface="Verdana"/>
              </a:rPr>
              <a:t>facilitate </a:t>
            </a:r>
            <a:r>
              <a:rPr dirty="0" sz="3200" spc="-225">
                <a:solidFill>
                  <a:srgbClr val="111111"/>
                </a:solidFill>
                <a:latin typeface="Verdana"/>
                <a:cs typeface="Verdana"/>
              </a:rPr>
              <a:t>debugging</a:t>
            </a:r>
            <a:r>
              <a:rPr dirty="0" sz="3200" spc="-345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60">
                <a:solidFill>
                  <a:srgbClr val="111111"/>
                </a:solidFill>
                <a:latin typeface="Verdana"/>
                <a:cs typeface="Verdana"/>
              </a:rPr>
              <a:t>and</a:t>
            </a:r>
            <a:r>
              <a:rPr dirty="0" sz="3200" spc="-3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user</a:t>
            </a:r>
            <a:r>
              <a:rPr dirty="0" sz="3200" spc="-440">
                <a:solidFill>
                  <a:srgbClr val="111111"/>
                </a:solidFill>
                <a:latin typeface="Verdana"/>
                <a:cs typeface="Verdana"/>
              </a:rPr>
              <a:t> </a:t>
            </a:r>
            <a:r>
              <a:rPr dirty="0" sz="3200" spc="-280">
                <a:solidFill>
                  <a:srgbClr val="111111"/>
                </a:solidFill>
                <a:latin typeface="Verdana"/>
                <a:cs typeface="Verdana"/>
              </a:rPr>
              <a:t>experience.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7184" y="5846539"/>
            <a:ext cx="10405110" cy="19602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700" spc="-200">
                <a:solidFill>
                  <a:srgbClr val="FFFFFF"/>
                </a:solidFill>
              </a:rPr>
              <a:t>THANK</a:t>
            </a:r>
            <a:r>
              <a:rPr dirty="0" sz="12700" spc="-1505">
                <a:solidFill>
                  <a:srgbClr val="FFFFFF"/>
                </a:solidFill>
              </a:rPr>
              <a:t> </a:t>
            </a:r>
            <a:r>
              <a:rPr dirty="0" sz="12700" spc="-85">
                <a:solidFill>
                  <a:srgbClr val="FFFFFF"/>
                </a:solidFill>
              </a:rPr>
              <a:t>YOU</a:t>
            </a:r>
            <a:endParaRPr sz="1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</dc:creator>
  <cp:keywords>DAGu78e3Q84,BAGHqXyeX4I,0</cp:keywords>
  <dc:title>Presentation - Python Error Handling</dc:title>
  <dcterms:created xsi:type="dcterms:W3CDTF">2025-08-02T16:14:34Z</dcterms:created>
  <dcterms:modified xsi:type="dcterms:W3CDTF">2025-08-02T16:14:34Z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2025-08-02T00:00:00Z</vt:filetime>
  </property>
  <property fmtid="{D5CDD505-2E9C-101B-9397-08002B2CF9AE}" pid="3" name="Creator">
    <vt:lpwstr>Canva</vt:lpwstr>
  </property>
  <property fmtid="{D5CDD505-2E9C-101B-9397-08002B2CF9AE}" pid="4" name="LastSaved">
    <vt:filetime>2025-08-02T00:00:00Z</vt:filetime>
  </property>
  <property fmtid="{D5CDD505-2E9C-101B-9397-08002B2CF9AE}" pid="5" name="Producer">
    <vt:lpwstr>Canva</vt:lpwstr>
  </property>
</Properties>
</file>